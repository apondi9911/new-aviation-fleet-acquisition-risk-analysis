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handoutMasterIdLst>
    <p:handoutMasterId r:id="rId20"/>
  </p:handoutMasterIdLst>
  <p:sldIdLst>
    <p:sldId id="292" r:id="rId5"/>
    <p:sldId id="299" r:id="rId6"/>
    <p:sldId id="297" r:id="rId7"/>
    <p:sldId id="261" r:id="rId8"/>
    <p:sldId id="301" r:id="rId9"/>
    <p:sldId id="302" r:id="rId10"/>
    <p:sldId id="303" r:id="rId11"/>
    <p:sldId id="298" r:id="rId12"/>
    <p:sldId id="304" r:id="rId13"/>
    <p:sldId id="305" r:id="rId14"/>
    <p:sldId id="306" r:id="rId15"/>
    <p:sldId id="279" r:id="rId16"/>
    <p:sldId id="307" r:id="rId17"/>
    <p:sldId id="276"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36" userDrawn="1">
          <p15:clr>
            <a:srgbClr val="A4A3A4"/>
          </p15:clr>
        </p15:guide>
        <p15:guide id="2" pos="31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4400"/>
    <a:srgbClr val="446992"/>
    <a:srgbClr val="AEC2D8"/>
    <a:srgbClr val="98432A"/>
    <a:srgbClr val="44678D"/>
    <a:srgbClr val="263E5A"/>
    <a:srgbClr val="D6E0EB"/>
    <a:srgbClr val="728DAB"/>
    <a:srgbClr val="C95B3A"/>
    <a:srgbClr val="2D4C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CAF9ED-07DC-4A11-8D7F-57B35C25682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839" autoAdjust="0"/>
  </p:normalViewPr>
  <p:slideViewPr>
    <p:cSldViewPr snapToGrid="0" showGuides="1">
      <p:cViewPr varScale="1">
        <p:scale>
          <a:sx n="60" d="100"/>
          <a:sy n="60" d="100"/>
        </p:scale>
        <p:origin x="908" y="52"/>
      </p:cViewPr>
      <p:guideLst>
        <p:guide orient="horz" pos="1536"/>
        <p:guide pos="312"/>
      </p:guideLst>
    </p:cSldViewPr>
  </p:slideViewPr>
  <p:outlineViewPr>
    <p:cViewPr>
      <p:scale>
        <a:sx n="33" d="100"/>
        <a:sy n="33" d="100"/>
      </p:scale>
      <p:origin x="0" y="0"/>
    </p:cViewPr>
  </p:outlineViewPr>
  <p:notesTextViewPr>
    <p:cViewPr>
      <p:scale>
        <a:sx n="1" d="1"/>
        <a:sy n="1" d="1"/>
      </p:scale>
      <p:origin x="0" y="0"/>
    </p:cViewPr>
  </p:notesTextViewPr>
  <p:sorterViewPr>
    <p:cViewPr>
      <p:scale>
        <a:sx n="150" d="100"/>
        <a:sy n="150" d="100"/>
      </p:scale>
      <p:origin x="0" y="0"/>
    </p:cViewPr>
  </p:sorterViewPr>
  <p:notesViewPr>
    <p:cSldViewPr snapToGrid="0">
      <p:cViewPr varScale="1">
        <p:scale>
          <a:sx n="58" d="100"/>
          <a:sy n="58" d="100"/>
        </p:scale>
        <p:origin x="249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7E3961-5613-64C6-63C3-6085D0CDAE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06D1F08-FF42-95F6-3130-AE63E56048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D26A2A-0A96-0647-84E5-C82F2EFD9474}" type="datetimeFigureOut">
              <a:rPr lang="en-US" smtClean="0"/>
              <a:t>12/14/2025</a:t>
            </a:fld>
            <a:endParaRPr lang="en-US" dirty="0"/>
          </a:p>
        </p:txBody>
      </p:sp>
      <p:sp>
        <p:nvSpPr>
          <p:cNvPr id="4" name="Footer Placeholder 3">
            <a:extLst>
              <a:ext uri="{FF2B5EF4-FFF2-40B4-BE49-F238E27FC236}">
                <a16:creationId xmlns:a16="http://schemas.microsoft.com/office/drawing/2014/main" id="{4CD5B35B-A046-EC3C-A80E-3D9D12C149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202DDE3-703C-8B4C-9506-EC0A39AACDD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8DC1D1-B6C2-C644-8BF1-C34DBFFE1C78}" type="slidenum">
              <a:rPr lang="en-US" smtClean="0"/>
              <a:t>‹#›</a:t>
            </a:fld>
            <a:endParaRPr lang="en-US" dirty="0"/>
          </a:p>
        </p:txBody>
      </p:sp>
    </p:spTree>
    <p:extLst>
      <p:ext uri="{BB962C8B-B14F-4D97-AF65-F5344CB8AC3E}">
        <p14:creationId xmlns:p14="http://schemas.microsoft.com/office/powerpoint/2010/main" val="9334793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a:extLst>
              <a:ext uri="{FF2B5EF4-FFF2-40B4-BE49-F238E27FC236}">
                <a16:creationId xmlns:a16="http://schemas.microsoft.com/office/drawing/2014/main" id="{0D2594CA-29C5-062F-2EA7-C593B096C6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9" name="Slide Image Placeholder 8">
            <a:extLst>
              <a:ext uri="{FF2B5EF4-FFF2-40B4-BE49-F238E27FC236}">
                <a16:creationId xmlns:a16="http://schemas.microsoft.com/office/drawing/2014/main" id="{E04BB896-BA64-B358-A066-15B96D23BC88}"/>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10" name="Footer Placeholder 9">
            <a:extLst>
              <a:ext uri="{FF2B5EF4-FFF2-40B4-BE49-F238E27FC236}">
                <a16:creationId xmlns:a16="http://schemas.microsoft.com/office/drawing/2014/main" id="{5EFA2818-7747-F326-294F-EEAC9BEF6EBD}"/>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11" name="Date Placeholder 10">
            <a:extLst>
              <a:ext uri="{FF2B5EF4-FFF2-40B4-BE49-F238E27FC236}">
                <a16:creationId xmlns:a16="http://schemas.microsoft.com/office/drawing/2014/main" id="{6B76E0F0-B7F9-756A-3EA4-2114B75370E5}"/>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CF20C-6BCC-41A4-8C16-5A346425718D}" type="datetimeFigureOut">
              <a:rPr lang="en-US" smtClean="0"/>
              <a:t>12/14/2025</a:t>
            </a:fld>
            <a:endParaRPr lang="en-US" dirty="0"/>
          </a:p>
        </p:txBody>
      </p:sp>
      <p:sp>
        <p:nvSpPr>
          <p:cNvPr id="12" name="Notes Placeholder 11">
            <a:extLst>
              <a:ext uri="{FF2B5EF4-FFF2-40B4-BE49-F238E27FC236}">
                <a16:creationId xmlns:a16="http://schemas.microsoft.com/office/drawing/2014/main" id="{5161C21F-108C-0F07-CDDD-AFB8DDBF6941}"/>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a:extLst>
              <a:ext uri="{FF2B5EF4-FFF2-40B4-BE49-F238E27FC236}">
                <a16:creationId xmlns:a16="http://schemas.microsoft.com/office/drawing/2014/main" id="{A507CBA7-2A1E-725E-35DA-D1CFF08EC633}"/>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60679C-80C7-4E7D-9614-ABA41C5B2858}" type="slidenum">
              <a:rPr lang="en-US" smtClean="0"/>
              <a:t>‹#›</a:t>
            </a:fld>
            <a:endParaRPr lang="en-US" dirty="0"/>
          </a:p>
        </p:txBody>
      </p:sp>
    </p:spTree>
    <p:extLst>
      <p:ext uri="{BB962C8B-B14F-4D97-AF65-F5344CB8AC3E}">
        <p14:creationId xmlns:p14="http://schemas.microsoft.com/office/powerpoint/2010/main" val="422665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a:t>
            </a:fld>
            <a:endParaRPr lang="en-US" altLang="zh-CN" noProof="0" dirty="0"/>
          </a:p>
        </p:txBody>
      </p:sp>
    </p:spTree>
    <p:extLst>
      <p:ext uri="{BB962C8B-B14F-4D97-AF65-F5344CB8AC3E}">
        <p14:creationId xmlns:p14="http://schemas.microsoft.com/office/powerpoint/2010/main" val="681593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smtClean="0"/>
              <a:t>12</a:t>
            </a:fld>
            <a:endParaRPr lang="en-US" altLang="zh-CN" dirty="0"/>
          </a:p>
        </p:txBody>
      </p:sp>
    </p:spTree>
    <p:extLst>
      <p:ext uri="{BB962C8B-B14F-4D97-AF65-F5344CB8AC3E}">
        <p14:creationId xmlns:p14="http://schemas.microsoft.com/office/powerpoint/2010/main" val="28809061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smtClean="0"/>
              <a:t>13</a:t>
            </a:fld>
            <a:endParaRPr lang="en-US" altLang="zh-CN" dirty="0"/>
          </a:p>
        </p:txBody>
      </p:sp>
    </p:spTree>
    <p:extLst>
      <p:ext uri="{BB962C8B-B14F-4D97-AF65-F5344CB8AC3E}">
        <p14:creationId xmlns:p14="http://schemas.microsoft.com/office/powerpoint/2010/main" val="16381641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14</a:t>
            </a:fld>
            <a:endParaRPr lang="en-US" altLang="zh-CN" noProof="0" dirty="0"/>
          </a:p>
        </p:txBody>
      </p:sp>
    </p:spTree>
    <p:extLst>
      <p:ext uri="{BB962C8B-B14F-4D97-AF65-F5344CB8AC3E}">
        <p14:creationId xmlns:p14="http://schemas.microsoft.com/office/powerpoint/2010/main" val="137746093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Image">
    <p:bg>
      <p:bgPr>
        <a:solidFill>
          <a:schemeClr val="accent6"/>
        </a:solidFill>
        <a:effectLst/>
      </p:bgPr>
    </p:bg>
    <p:spTree>
      <p:nvGrpSpPr>
        <p:cNvPr id="1" name=""/>
        <p:cNvGrpSpPr/>
        <p:nvPr/>
      </p:nvGrpSpPr>
      <p:grpSpPr>
        <a:xfrm>
          <a:off x="0" y="0"/>
          <a:ext cx="0" cy="0"/>
          <a:chOff x="0" y="0"/>
          <a:chExt cx="0" cy="0"/>
        </a:xfrm>
      </p:grpSpPr>
      <p:pic>
        <p:nvPicPr>
          <p:cNvPr id="13" name="Shape 33">
            <a:extLst>
              <a:ext uri="{FF2B5EF4-FFF2-40B4-BE49-F238E27FC236}">
                <a16:creationId xmlns:a16="http://schemas.microsoft.com/office/drawing/2014/main" id="{4D81E37E-7366-D88D-83B8-BBA577CA462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9897686" y="106446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pic>
        <p:nvPicPr>
          <p:cNvPr id="12" name="Shape 31">
            <a:extLst>
              <a:ext uri="{FF2B5EF4-FFF2-40B4-BE49-F238E27FC236}">
                <a16:creationId xmlns:a16="http://schemas.microsoft.com/office/drawing/2014/main" id="{A2E096B7-3B4F-355B-58E5-41784AC8BE29}"/>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rcRect t="2555" b="2555"/>
          <a:stretch>
            <a:fillRect/>
          </a:stretch>
        </p:blipFill>
        <p:spPr>
          <a:xfrm>
            <a:off x="6284315" y="398445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4292" y="731520"/>
            <a:ext cx="5029200" cy="3291840"/>
          </a:xfrm>
        </p:spPr>
        <p:txBody>
          <a:bodyPr anchor="b">
            <a:normAutofit/>
          </a:bodyPr>
          <a:lstStyle>
            <a:lvl1pPr>
              <a:defRPr sz="4800"/>
            </a:lvl1pPr>
          </a:lstStyle>
          <a:p>
            <a:r>
              <a:rPr lang="en-US" noProof="0"/>
              <a:t>Click to edit Master title style</a:t>
            </a:r>
            <a:endParaRPr lang="en-US" noProof="0" dirty="0"/>
          </a:p>
        </p:txBody>
      </p:sp>
      <p:cxnSp>
        <p:nvCxnSpPr>
          <p:cNvPr id="24" name="Straight Connector 2">
            <a:extLst>
              <a:ext uri="{FF2B5EF4-FFF2-40B4-BE49-F238E27FC236}">
                <a16:creationId xmlns:a16="http://schemas.microsoft.com/office/drawing/2014/main" id="{F1FCCFDB-D985-4322-AC87-F69214893708}"/>
              </a:ext>
            </a:extLst>
          </p:cNvPr>
          <p:cNvCxnSpPr/>
          <p:nvPr userDrawn="1"/>
        </p:nvCxnSpPr>
        <p:spPr>
          <a:xfrm>
            <a:off x="1168533" y="4172084"/>
            <a:ext cx="0" cy="760288"/>
          </a:xfrm>
          <a:prstGeom prst="line">
            <a:avLst/>
          </a:prstGeom>
          <a:noFill/>
          <a:ln w="19050" cap="flat" cmpd="sng" algn="ctr">
            <a:solidFill>
              <a:srgbClr val="D84400"/>
            </a:solidFill>
            <a:prstDash val="solid"/>
            <a:miter lim="800000"/>
          </a:ln>
          <a:effectLst/>
        </p:spPr>
      </p:cxn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0894" y="4172084"/>
            <a:ext cx="4912598" cy="914400"/>
          </a:xfrm>
          <a:prstGeom prst="rect">
            <a:avLst/>
          </a:prstGeom>
        </p:spPr>
        <p:txBody>
          <a:bodyPr>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r>
              <a:rPr lang="en-US" altLang="zh-CN" noProof="0"/>
              <a:t>Click to edit Master text styles</a:t>
            </a:r>
          </a:p>
        </p:txBody>
      </p:sp>
      <p:sp>
        <p:nvSpPr>
          <p:cNvPr id="47" name="Content placeholder 47">
            <a:extLst>
              <a:ext uri="{FF2B5EF4-FFF2-40B4-BE49-F238E27FC236}">
                <a16:creationId xmlns:a16="http://schemas.microsoft.com/office/drawing/2014/main" id="{0FFAAB58-ABE4-41AC-B94E-432936CE0301}"/>
              </a:ext>
            </a:extLst>
          </p:cNvPr>
          <p:cNvSpPr>
            <a:spLocks noGrp="1"/>
          </p:cNvSpPr>
          <p:nvPr>
            <p:ph type="pic" sz="quarter" idx="47" hasCustomPrompt="1"/>
          </p:nvPr>
        </p:nvSpPr>
        <p:spPr>
          <a:xfrm>
            <a:off x="6742557" y="821836"/>
            <a:ext cx="4405503" cy="506634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9" name="Freeform: Shape 11">
            <a:extLst>
              <a:ext uri="{FF2B5EF4-FFF2-40B4-BE49-F238E27FC236}">
                <a16:creationId xmlns:a16="http://schemas.microsoft.com/office/drawing/2014/main" id="{9ECA281C-F2CB-AE9D-DCD6-F94D3FEE2E67}"/>
              </a:ext>
            </a:extLst>
          </p:cNvPr>
          <p:cNvSpPr/>
          <p:nvPr userDrawn="1"/>
        </p:nvSpPr>
        <p:spPr>
          <a:xfrm>
            <a:off x="7441324" y="5568778"/>
            <a:ext cx="829927" cy="949454"/>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3496649517"/>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5518B595-5A04-0768-52B1-73F11E4754EA}"/>
              </a:ext>
            </a:extLst>
          </p:cNvPr>
          <p:cNvSpPr>
            <a:spLocks noGrp="1"/>
          </p:cNvSpPr>
          <p:nvPr>
            <p:ph type="title"/>
          </p:nvPr>
        </p:nvSpPr>
        <p:spPr>
          <a:xfrm>
            <a:off x="914400" y="3429000"/>
            <a:ext cx="4206240" cy="2377440"/>
          </a:xfrm>
        </p:spPr>
        <p:txBody>
          <a:bodyPr anchor="t">
            <a:noAutofit/>
          </a:bodyPr>
          <a:lstStyle>
            <a:lvl1pPr>
              <a:defRPr sz="3600"/>
            </a:lvl1pPr>
          </a:lstStyle>
          <a:p>
            <a:r>
              <a:rPr lang="en-US" noProof="0"/>
              <a:t>Click to edit Master title style</a:t>
            </a:r>
            <a:endParaRPr lang="en-US" noProof="0" dirty="0"/>
          </a:p>
        </p:txBody>
      </p:sp>
      <p:sp>
        <p:nvSpPr>
          <p:cNvPr id="6" name="Content Placeholder 4">
            <a:extLst>
              <a:ext uri="{FF2B5EF4-FFF2-40B4-BE49-F238E27FC236}">
                <a16:creationId xmlns:a16="http://schemas.microsoft.com/office/drawing/2014/main" id="{73CCCCFD-E0FE-BDB7-CF9D-FCA345E6BA55}"/>
              </a:ext>
            </a:extLst>
          </p:cNvPr>
          <p:cNvSpPr>
            <a:spLocks noGrp="1"/>
          </p:cNvSpPr>
          <p:nvPr>
            <p:ph sz="quarter" idx="35"/>
          </p:nvPr>
        </p:nvSpPr>
        <p:spPr>
          <a:xfrm>
            <a:off x="5394325" y="3429000"/>
            <a:ext cx="3475038" cy="2378075"/>
          </a:xfrm>
        </p:spPr>
        <p:txBody>
          <a:bodyPr anchor="ctr"/>
          <a:lstStyle>
            <a:lvl1pPr marL="347472">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Shape 4">
            <a:extLst>
              <a:ext uri="{FF2B5EF4-FFF2-40B4-BE49-F238E27FC236}">
                <a16:creationId xmlns:a16="http://schemas.microsoft.com/office/drawing/2014/main" id="{AE722AFD-22D7-4BD8-B055-3867C3800E16}"/>
              </a:ext>
            </a:extLst>
          </p:cNvPr>
          <p:cNvSpPr/>
          <p:nvPr userDrawn="1"/>
        </p:nvSpPr>
        <p:spPr>
          <a:xfrm>
            <a:off x="6282845" y="525294"/>
            <a:ext cx="1913128" cy="214008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3" name="Freeform: Shape 12">
            <a:extLst>
              <a:ext uri="{FF2B5EF4-FFF2-40B4-BE49-F238E27FC236}">
                <a16:creationId xmlns:a16="http://schemas.microsoft.com/office/drawing/2014/main" id="{5D0355E4-3980-42A9-9376-74163520D39D}"/>
              </a:ext>
            </a:extLst>
          </p:cNvPr>
          <p:cNvSpPr/>
          <p:nvPr userDrawn="1"/>
        </p:nvSpPr>
        <p:spPr>
          <a:xfrm>
            <a:off x="8375472" y="496110"/>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6" name="Freeform: Shape 15">
            <a:extLst>
              <a:ext uri="{FF2B5EF4-FFF2-40B4-BE49-F238E27FC236}">
                <a16:creationId xmlns:a16="http://schemas.microsoft.com/office/drawing/2014/main" id="{B9D430ED-A815-4274-966C-8192C4230569}"/>
              </a:ext>
            </a:extLst>
          </p:cNvPr>
          <p:cNvSpPr/>
          <p:nvPr userDrawn="1"/>
        </p:nvSpPr>
        <p:spPr>
          <a:xfrm>
            <a:off x="9403474" y="2310314"/>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0B88ADED-0863-78D3-7710-E131932E965F}"/>
              </a:ext>
            </a:extLst>
          </p:cNvPr>
          <p:cNvSpPr/>
          <p:nvPr userDrawn="1"/>
        </p:nvSpPr>
        <p:spPr>
          <a:xfrm>
            <a:off x="10460480" y="505838"/>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8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8"/>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27">
            <a:extLst>
              <a:ext uri="{FF2B5EF4-FFF2-40B4-BE49-F238E27FC236}">
                <a16:creationId xmlns:a16="http://schemas.microsoft.com/office/drawing/2014/main" id="{32435EB1-8BEE-9EEE-D9E4-E53D56B7E09C}"/>
              </a:ext>
            </a:extLst>
          </p:cNvPr>
          <p:cNvSpPr/>
          <p:nvPr userDrawn="1"/>
        </p:nvSpPr>
        <p:spPr>
          <a:xfrm>
            <a:off x="11498097" y="2436654"/>
            <a:ext cx="698022" cy="1868948"/>
          </a:xfrm>
          <a:custGeom>
            <a:avLst/>
            <a:gdLst>
              <a:gd name="connsiteX0" fmla="*/ 698022 w 698022"/>
              <a:gd name="connsiteY0" fmla="*/ 0 h 1868948"/>
              <a:gd name="connsiteX1" fmla="*/ 698022 w 698022"/>
              <a:gd name="connsiteY1" fmla="*/ 1868948 h 1868948"/>
              <a:gd name="connsiteX2" fmla="*/ 0 w 698022"/>
              <a:gd name="connsiteY2" fmla="*/ 1477709 h 1868948"/>
              <a:gd name="connsiteX3" fmla="*/ 0 w 698022"/>
              <a:gd name="connsiteY3" fmla="*/ 397939 h 1868948"/>
            </a:gdLst>
            <a:ahLst/>
            <a:cxnLst>
              <a:cxn ang="0">
                <a:pos x="connsiteX0" y="connsiteY0"/>
              </a:cxn>
              <a:cxn ang="0">
                <a:pos x="connsiteX1" y="connsiteY1"/>
              </a:cxn>
              <a:cxn ang="0">
                <a:pos x="connsiteX2" y="connsiteY2"/>
              </a:cxn>
              <a:cxn ang="0">
                <a:pos x="connsiteX3" y="connsiteY3"/>
              </a:cxn>
            </a:cxnLst>
            <a:rect l="l" t="t" r="r" b="b"/>
            <a:pathLst>
              <a:path w="698022" h="1868948">
                <a:moveTo>
                  <a:pt x="698022" y="0"/>
                </a:moveTo>
                <a:lnTo>
                  <a:pt x="698022" y="1868948"/>
                </a:lnTo>
                <a:lnTo>
                  <a:pt x="0" y="1477709"/>
                </a:lnTo>
                <a:lnTo>
                  <a:pt x="0" y="3979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29">
            <a:extLst>
              <a:ext uri="{FF2B5EF4-FFF2-40B4-BE49-F238E27FC236}">
                <a16:creationId xmlns:a16="http://schemas.microsoft.com/office/drawing/2014/main" id="{2692688E-3654-181E-6244-F2CED7612746}"/>
              </a:ext>
            </a:extLst>
          </p:cNvPr>
          <p:cNvSpPr/>
          <p:nvPr userDrawn="1"/>
        </p:nvSpPr>
        <p:spPr>
          <a:xfrm>
            <a:off x="10460480" y="4114794"/>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9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9"/>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 name="Footer Placeholder 1">
            <a:extLst>
              <a:ext uri="{FF2B5EF4-FFF2-40B4-BE49-F238E27FC236}">
                <a16:creationId xmlns:a16="http://schemas.microsoft.com/office/drawing/2014/main" id="{D6B1A7E0-D0BF-7FCA-D296-94BFC0D611C5}"/>
              </a:ext>
            </a:extLst>
          </p:cNvPr>
          <p:cNvSpPr>
            <a:spLocks noGrp="1"/>
          </p:cNvSpPr>
          <p:nvPr>
            <p:ph type="ftr" sz="quarter" idx="33"/>
          </p:nvPr>
        </p:nvSpPr>
        <p:spPr/>
        <p:txBody>
          <a:bodyPr/>
          <a:lstStyle/>
          <a:p>
            <a:endParaRPr lang="en-US" noProof="0" dirty="0"/>
          </a:p>
        </p:txBody>
      </p:sp>
      <p:sp>
        <p:nvSpPr>
          <p:cNvPr id="3" name="Slide Number Placeholder 2">
            <a:extLst>
              <a:ext uri="{FF2B5EF4-FFF2-40B4-BE49-F238E27FC236}">
                <a16:creationId xmlns:a16="http://schemas.microsoft.com/office/drawing/2014/main" id="{FCAC10D1-DF42-8734-0793-84312B963E62}"/>
              </a:ext>
            </a:extLst>
          </p:cNvPr>
          <p:cNvSpPr>
            <a:spLocks noGrp="1"/>
          </p:cNvSpPr>
          <p:nvPr>
            <p:ph type="sldNum" sz="quarter" idx="34"/>
          </p:nvPr>
        </p:nvSpPr>
        <p:spPr/>
        <p:txBody>
          <a:bodyPr/>
          <a:lstStyle/>
          <a:p>
            <a:fld id="{47FEACEE-25B4-4A2D-B147-27296E36371D}" type="slidenum">
              <a:rPr lang="en-US" altLang="zh-CN" noProof="0" smtClean="0"/>
              <a:pPr/>
              <a:t>‹#›</a:t>
            </a:fld>
            <a:endParaRPr lang="en-US" altLang="zh-CN" noProof="0" dirty="0"/>
          </a:p>
        </p:txBody>
      </p:sp>
      <p:sp>
        <p:nvSpPr>
          <p:cNvPr id="8" name="Freeform 7">
            <a:extLst>
              <a:ext uri="{FF2B5EF4-FFF2-40B4-BE49-F238E27FC236}">
                <a16:creationId xmlns:a16="http://schemas.microsoft.com/office/drawing/2014/main" id="{24C8F37E-3F74-F3FA-C9D8-7083DF2BBECC}"/>
              </a:ext>
            </a:extLst>
          </p:cNvPr>
          <p:cNvSpPr/>
          <p:nvPr userDrawn="1"/>
        </p:nvSpPr>
        <p:spPr>
          <a:xfrm>
            <a:off x="7325349"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FB905CE6-1C2F-E053-4D14-6B86F4EFDC10}"/>
              </a:ext>
            </a:extLst>
          </p:cNvPr>
          <p:cNvSpPr/>
          <p:nvPr userDrawn="1"/>
        </p:nvSpPr>
        <p:spPr>
          <a:xfrm>
            <a:off x="9416816"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0B2D3BF4-495E-23C2-9911-15BC9E0D8EA7}"/>
              </a:ext>
            </a:extLst>
          </p:cNvPr>
          <p:cNvSpPr/>
          <p:nvPr userDrawn="1"/>
        </p:nvSpPr>
        <p:spPr>
          <a:xfrm>
            <a:off x="1571157" y="505838"/>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8" name="Freeform 17">
            <a:extLst>
              <a:ext uri="{FF2B5EF4-FFF2-40B4-BE49-F238E27FC236}">
                <a16:creationId xmlns:a16="http://schemas.microsoft.com/office/drawing/2014/main" id="{62629C19-89EB-BC19-9230-7F7675E16EFF}"/>
              </a:ext>
            </a:extLst>
          </p:cNvPr>
          <p:cNvSpPr/>
          <p:nvPr userDrawn="1"/>
        </p:nvSpPr>
        <p:spPr>
          <a:xfrm>
            <a:off x="521034"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2"/>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143481105"/>
      </p:ext>
    </p:extLst>
  </p:cSld>
  <p:clrMapOvr>
    <a:masterClrMapping/>
  </p:clrMapOvr>
  <p:extLst>
    <p:ext uri="{DCECCB84-F9BA-43D5-87BE-67443E8EF086}">
      <p15:sldGuideLst xmlns:p15="http://schemas.microsoft.com/office/powerpoint/2012/main">
        <p15:guide id="1" orient="horz" pos="528">
          <p15:clr>
            <a:srgbClr val="FBAE40"/>
          </p15:clr>
        </p15:guide>
        <p15:guide id="2" pos="50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5998464" y="731520"/>
            <a:ext cx="5029200" cy="3291840"/>
          </a:xfrm>
        </p:spPr>
        <p:txBody>
          <a:bodyPr anchor="b">
            <a:normAutofit/>
          </a:bodyPr>
          <a:lstStyle/>
          <a:p>
            <a:r>
              <a:rPr lang="en-US" noProof="0"/>
              <a:t>Click to edit Master title style</a:t>
            </a:r>
            <a:endParaRPr lang="en-US" noProof="0" dirty="0"/>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6117336" y="4172084"/>
            <a:ext cx="4910328" cy="1005840"/>
          </a:xfrm>
          <a:prstGeom prst="rect">
            <a:avLst/>
          </a:prstGeom>
        </p:spPr>
        <p:txBody>
          <a:bodyPr>
            <a:normAutofit/>
          </a:bodyPr>
          <a:lstStyle>
            <a:lvl1pPr marL="0" indent="0">
              <a:lnSpc>
                <a:spcPct val="100000"/>
              </a:lnSpc>
              <a:buNone/>
              <a:defRPr sz="1800" b="0">
                <a:solidFill>
                  <a:schemeClr val="bg1"/>
                </a:solidFill>
              </a:defRPr>
            </a:lvl1pPr>
            <a:lvl2pPr>
              <a:defRPr sz="1000"/>
            </a:lvl2pPr>
            <a:lvl3pPr>
              <a:defRPr sz="900"/>
            </a:lvl3pPr>
            <a:lvl4pPr>
              <a:defRPr sz="800"/>
            </a:lvl4pPr>
            <a:lvl5pPr>
              <a:defRPr sz="800"/>
            </a:lvl5pPr>
          </a:lstStyle>
          <a:p>
            <a:pPr lvl="0"/>
            <a:r>
              <a:rPr lang="en-US" altLang="zh-CN" noProof="0"/>
              <a:t>Click to edit Master text styles</a:t>
            </a:r>
          </a:p>
        </p:txBody>
      </p:sp>
      <p:sp>
        <p:nvSpPr>
          <p:cNvPr id="2" name="Freeform: Shape 5">
            <a:extLst>
              <a:ext uri="{FF2B5EF4-FFF2-40B4-BE49-F238E27FC236}">
                <a16:creationId xmlns:a16="http://schemas.microsoft.com/office/drawing/2014/main" id="{B17C1EC9-3787-8D41-B5F1-BF16FD5C7ACB}"/>
              </a:ext>
            </a:extLst>
          </p:cNvPr>
          <p:cNvSpPr/>
          <p:nvPr userDrawn="1"/>
        </p:nvSpPr>
        <p:spPr>
          <a:xfrm>
            <a:off x="3843559" y="722518"/>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4" name="Freeform: Shape 6">
            <a:extLst>
              <a:ext uri="{FF2B5EF4-FFF2-40B4-BE49-F238E27FC236}">
                <a16:creationId xmlns:a16="http://schemas.microsoft.com/office/drawing/2014/main" id="{E945D8B2-8BED-B43F-8D56-AB19D0D29970}"/>
              </a:ext>
            </a:extLst>
          </p:cNvPr>
          <p:cNvSpPr/>
          <p:nvPr userDrawn="1"/>
        </p:nvSpPr>
        <p:spPr>
          <a:xfrm>
            <a:off x="1223929" y="1436914"/>
            <a:ext cx="2857005" cy="326977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600" noProof="0" dirty="0"/>
          </a:p>
        </p:txBody>
      </p:sp>
      <p:sp>
        <p:nvSpPr>
          <p:cNvPr id="5" name="Freeform: Shape 7">
            <a:extLst>
              <a:ext uri="{FF2B5EF4-FFF2-40B4-BE49-F238E27FC236}">
                <a16:creationId xmlns:a16="http://schemas.microsoft.com/office/drawing/2014/main" id="{3853EA5E-735A-20F3-684A-C0AD030EC2D4}"/>
              </a:ext>
            </a:extLst>
          </p:cNvPr>
          <p:cNvSpPr/>
          <p:nvPr userDrawn="1"/>
        </p:nvSpPr>
        <p:spPr>
          <a:xfrm>
            <a:off x="758702" y="3457554"/>
            <a:ext cx="1208037" cy="138175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6" name="Freeform: Shape 11">
            <a:extLst>
              <a:ext uri="{FF2B5EF4-FFF2-40B4-BE49-F238E27FC236}">
                <a16:creationId xmlns:a16="http://schemas.microsoft.com/office/drawing/2014/main" id="{75DB4848-0824-8316-ED27-44DF37AD6F3D}"/>
              </a:ext>
            </a:extLst>
          </p:cNvPr>
          <p:cNvSpPr/>
          <p:nvPr userDrawn="1"/>
        </p:nvSpPr>
        <p:spPr>
          <a:xfrm>
            <a:off x="2917915" y="4662164"/>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7" name="Straight Connector 2">
            <a:extLst>
              <a:ext uri="{FF2B5EF4-FFF2-40B4-BE49-F238E27FC236}">
                <a16:creationId xmlns:a16="http://schemas.microsoft.com/office/drawing/2014/main" id="{8784B377-2FE4-4091-C29F-46938ECFA73E}"/>
              </a:ext>
            </a:extLst>
          </p:cNvPr>
          <p:cNvCxnSpPr/>
          <p:nvPr userDrawn="1"/>
        </p:nvCxnSpPr>
        <p:spPr>
          <a:xfrm>
            <a:off x="5998709" y="4172084"/>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2612047778"/>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01">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E820F9CA-E84D-E159-524A-398712EC6AFE}"/>
              </a:ext>
            </a:extLst>
          </p:cNvPr>
          <p:cNvGrpSpPr/>
          <p:nvPr userDrawn="1"/>
        </p:nvGrpSpPr>
        <p:grpSpPr>
          <a:xfrm>
            <a:off x="879765" y="-10376"/>
            <a:ext cx="10794247" cy="1864808"/>
            <a:chOff x="879765" y="-10376"/>
            <a:chExt cx="10794247" cy="1864808"/>
          </a:xfrm>
        </p:grpSpPr>
        <p:sp>
          <p:nvSpPr>
            <p:cNvPr id="12" name="Freeform: Shape 12">
              <a:extLst>
                <a:ext uri="{FF2B5EF4-FFF2-40B4-BE49-F238E27FC236}">
                  <a16:creationId xmlns:a16="http://schemas.microsoft.com/office/drawing/2014/main" id="{7674207A-3643-0D40-E3B5-F11FCACBAA74}"/>
                </a:ext>
              </a:extLst>
            </p:cNvPr>
            <p:cNvSpPr/>
            <p:nvPr/>
          </p:nvSpPr>
          <p:spPr>
            <a:xfrm>
              <a:off x="8893126"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7" name="Freeform: Shape 12">
              <a:extLst>
                <a:ext uri="{FF2B5EF4-FFF2-40B4-BE49-F238E27FC236}">
                  <a16:creationId xmlns:a16="http://schemas.microsoft.com/office/drawing/2014/main" id="{9619B847-88FE-63C2-96AC-161C08F5934F}"/>
                </a:ext>
              </a:extLst>
            </p:cNvPr>
            <p:cNvSpPr/>
            <p:nvPr/>
          </p:nvSpPr>
          <p:spPr>
            <a:xfrm>
              <a:off x="5985740" y="345168"/>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8" name="Freeform 6">
              <a:extLst>
                <a:ext uri="{FF2B5EF4-FFF2-40B4-BE49-F238E27FC236}">
                  <a16:creationId xmlns:a16="http://schemas.microsoft.com/office/drawing/2014/main" id="{228172F9-6711-D31B-2F7B-A4ECDEAB360C}"/>
                </a:ext>
              </a:extLst>
            </p:cNvPr>
            <p:cNvSpPr/>
            <p:nvPr/>
          </p:nvSpPr>
          <p:spPr>
            <a:xfrm>
              <a:off x="5255120"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7">
              <a:extLst>
                <a:ext uri="{FF2B5EF4-FFF2-40B4-BE49-F238E27FC236}">
                  <a16:creationId xmlns:a16="http://schemas.microsoft.com/office/drawing/2014/main" id="{1732E38F-F657-48F0-5783-63C7EDB52F87}"/>
                </a:ext>
              </a:extLst>
            </p:cNvPr>
            <p:cNvSpPr/>
            <p:nvPr/>
          </p:nvSpPr>
          <p:spPr>
            <a:xfrm>
              <a:off x="6710252"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601F8F38-CEFA-8374-19C9-69BA4F7D10DF}"/>
                </a:ext>
              </a:extLst>
            </p:cNvPr>
            <p:cNvSpPr/>
            <p:nvPr/>
          </p:nvSpPr>
          <p:spPr>
            <a:xfrm>
              <a:off x="1610385"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1" name="Freeform 9">
              <a:extLst>
                <a:ext uri="{FF2B5EF4-FFF2-40B4-BE49-F238E27FC236}">
                  <a16:creationId xmlns:a16="http://schemas.microsoft.com/office/drawing/2014/main" id="{0659428E-002A-3B5E-D9E8-A2B206826D40}"/>
                </a:ext>
              </a:extLst>
            </p:cNvPr>
            <p:cNvSpPr/>
            <p:nvPr/>
          </p:nvSpPr>
          <p:spPr>
            <a:xfrm>
              <a:off x="879765"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12">
              <a:extLst>
                <a:ext uri="{FF2B5EF4-FFF2-40B4-BE49-F238E27FC236}">
                  <a16:creationId xmlns:a16="http://schemas.microsoft.com/office/drawing/2014/main" id="{F3F6BB30-EA63-53B6-1493-0B0220BC1FF8}"/>
                </a:ext>
              </a:extLst>
            </p:cNvPr>
            <p:cNvSpPr/>
            <p:nvPr/>
          </p:nvSpPr>
          <p:spPr>
            <a:xfrm>
              <a:off x="2336512"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3B6E5B6F-28D6-E7F3-B009-0B5623E38F22}"/>
                </a:ext>
              </a:extLst>
            </p:cNvPr>
            <p:cNvSpPr/>
            <p:nvPr/>
          </p:nvSpPr>
          <p:spPr>
            <a:xfrm>
              <a:off x="8160084"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4817D92F-B8AA-2300-DC90-9AA1D5E54408}"/>
                </a:ext>
              </a:extLst>
            </p:cNvPr>
            <p:cNvSpPr/>
            <p:nvPr/>
          </p:nvSpPr>
          <p:spPr>
            <a:xfrm>
              <a:off x="9615216"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2">
              <a:extLst>
                <a:ext uri="{FF2B5EF4-FFF2-40B4-BE49-F238E27FC236}">
                  <a16:creationId xmlns:a16="http://schemas.microsoft.com/office/drawing/2014/main" id="{F40AC1C2-6632-AEFE-E7DF-2E1BB06D857A}"/>
                </a:ext>
              </a:extLst>
            </p:cNvPr>
            <p:cNvSpPr/>
            <p:nvPr/>
          </p:nvSpPr>
          <p:spPr>
            <a:xfrm>
              <a:off x="10342958" y="32052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grpSp>
      <p:sp>
        <p:nvSpPr>
          <p:cNvPr id="2" name="Title 1"/>
          <p:cNvSpPr>
            <a:spLocks noGrp="1"/>
          </p:cNvSpPr>
          <p:nvPr>
            <p:ph type="title"/>
          </p:nvPr>
        </p:nvSpPr>
        <p:spPr>
          <a:xfrm>
            <a:off x="914400" y="2487168"/>
            <a:ext cx="4572000" cy="3383280"/>
          </a:xfrm>
        </p:spPr>
        <p:txBody>
          <a:bodyPr anchor="t">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6217920" y="2487168"/>
            <a:ext cx="5029200" cy="338328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extLst>
      <p:ext uri="{BB962C8B-B14F-4D97-AF65-F5344CB8AC3E}">
        <p14:creationId xmlns:p14="http://schemas.microsoft.com/office/powerpoint/2010/main" val="453787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with image">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3000" y="3200400"/>
            <a:ext cx="5029200" cy="2743200"/>
          </a:xfrm>
        </p:spPr>
        <p:txBody>
          <a:bodyPr anchor="t">
            <a:normAutofit/>
          </a:bodyPr>
          <a:lstStyle>
            <a:lvl1pPr>
              <a:defRPr sz="4800"/>
            </a:lvl1pPr>
          </a:lstStyle>
          <a:p>
            <a:r>
              <a:rPr lang="en-US" noProof="0"/>
              <a:t>Click to edit Master title style</a:t>
            </a:r>
            <a:endParaRPr lang="en-US" noProof="0" dirty="0"/>
          </a:p>
        </p:txBody>
      </p:sp>
      <p:pic>
        <p:nvPicPr>
          <p:cNvPr id="10" name="Picture Placeholder 31">
            <a:extLst>
              <a:ext uri="{FF2B5EF4-FFF2-40B4-BE49-F238E27FC236}">
                <a16:creationId xmlns:a16="http://schemas.microsoft.com/office/drawing/2014/main" id="{373D33A6-83B0-5538-2873-8856E4E60DC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t="2555" b="2555"/>
          <a:stretch>
            <a:fillRect/>
          </a:stretch>
        </p:blipFill>
        <p:spPr>
          <a:xfrm>
            <a:off x="6504265" y="3029080"/>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accent5">
              <a:alpha val="30000"/>
            </a:schemeClr>
          </a:solidFill>
        </p:spPr>
      </p:pic>
      <p:sp>
        <p:nvSpPr>
          <p:cNvPr id="7" name="Content placeholder 47">
            <a:extLst>
              <a:ext uri="{FF2B5EF4-FFF2-40B4-BE49-F238E27FC236}">
                <a16:creationId xmlns:a16="http://schemas.microsoft.com/office/drawing/2014/main" id="{3944D979-8121-82AA-A130-38072F1EA83F}"/>
              </a:ext>
            </a:extLst>
          </p:cNvPr>
          <p:cNvSpPr>
            <a:spLocks noGrp="1"/>
          </p:cNvSpPr>
          <p:nvPr>
            <p:ph type="pic" sz="quarter" idx="47" hasCustomPrompt="1"/>
          </p:nvPr>
        </p:nvSpPr>
        <p:spPr>
          <a:xfrm>
            <a:off x="7493157" y="529148"/>
            <a:ext cx="4248873" cy="473113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1872" y="2240280"/>
            <a:ext cx="5029200" cy="760288"/>
          </a:xfrm>
          <a:prstGeom prst="rect">
            <a:avLst/>
          </a:prstGeom>
        </p:spPr>
        <p:txBody>
          <a:bodyPr anchor="b">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r>
              <a:rPr lang="en-US" altLang="zh-CN" noProof="0"/>
              <a:t>Click to edit Master text styles</a:t>
            </a:r>
          </a:p>
        </p:txBody>
      </p:sp>
      <p:sp>
        <p:nvSpPr>
          <p:cNvPr id="5" name="Freeform: Shape 25">
            <a:extLst>
              <a:ext uri="{FF2B5EF4-FFF2-40B4-BE49-F238E27FC236}">
                <a16:creationId xmlns:a16="http://schemas.microsoft.com/office/drawing/2014/main" id="{8A1DBD66-3066-DF70-EF94-95DF0D7A6503}"/>
              </a:ext>
            </a:extLst>
          </p:cNvPr>
          <p:cNvSpPr/>
          <p:nvPr userDrawn="1"/>
        </p:nvSpPr>
        <p:spPr>
          <a:xfrm flipH="1">
            <a:off x="7400972" y="4594440"/>
            <a:ext cx="1347680" cy="158117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Freeform: Shape 11">
            <a:extLst>
              <a:ext uri="{FF2B5EF4-FFF2-40B4-BE49-F238E27FC236}">
                <a16:creationId xmlns:a16="http://schemas.microsoft.com/office/drawing/2014/main" id="{D2CC929C-40BF-4EF5-7910-7F657CAF8CA9}"/>
              </a:ext>
            </a:extLst>
          </p:cNvPr>
          <p:cNvSpPr/>
          <p:nvPr userDrawn="1"/>
        </p:nvSpPr>
        <p:spPr>
          <a:xfrm>
            <a:off x="6521016" y="4772906"/>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9" name="Straight Connector 2">
            <a:extLst>
              <a:ext uri="{FF2B5EF4-FFF2-40B4-BE49-F238E27FC236}">
                <a16:creationId xmlns:a16="http://schemas.microsoft.com/office/drawing/2014/main" id="{66E94398-47F0-267C-6791-5C30B1CEF496}"/>
              </a:ext>
            </a:extLst>
          </p:cNvPr>
          <p:cNvCxnSpPr/>
          <p:nvPr userDrawn="1"/>
        </p:nvCxnSpPr>
        <p:spPr>
          <a:xfrm>
            <a:off x="1142663" y="2282891"/>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777926280"/>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spTree>
      <p:nvGrpSpPr>
        <p:cNvPr id="1" name=""/>
        <p:cNvGrpSpPr/>
        <p:nvPr/>
      </p:nvGrpSpPr>
      <p:grpSpPr>
        <a:xfrm>
          <a:off x="0" y="0"/>
          <a:ext cx="0" cy="0"/>
          <a:chOff x="0" y="0"/>
          <a:chExt cx="0" cy="0"/>
        </a:xfrm>
      </p:grpSpPr>
      <p:sp>
        <p:nvSpPr>
          <p:cNvPr id="11" name="Title Placeholder 4">
            <a:extLst>
              <a:ext uri="{FF2B5EF4-FFF2-40B4-BE49-F238E27FC236}">
                <a16:creationId xmlns:a16="http://schemas.microsoft.com/office/drawing/2014/main" id="{05751864-B11A-0286-13EA-2AC2A2C8DD5D}"/>
              </a:ext>
            </a:extLst>
          </p:cNvPr>
          <p:cNvSpPr>
            <a:spLocks noGrp="1"/>
          </p:cNvSpPr>
          <p:nvPr>
            <p:ph type="title"/>
          </p:nvPr>
        </p:nvSpPr>
        <p:spPr>
          <a:xfrm>
            <a:off x="914400" y="731520"/>
            <a:ext cx="4663440" cy="1737360"/>
          </a:xfrm>
          <a:prstGeom prst="rect">
            <a:avLst/>
          </a:prstGeom>
        </p:spPr>
        <p:txBody>
          <a:bodyPr vert="horz" lIns="91440" tIns="45720" rIns="91440" bIns="45720" rtlCol="0"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3E7A93C-2947-B6E4-C693-7C485DDC0135}"/>
              </a:ext>
            </a:extLst>
          </p:cNvPr>
          <p:cNvSpPr>
            <a:spLocks noGrp="1"/>
          </p:cNvSpPr>
          <p:nvPr>
            <p:ph idx="1"/>
          </p:nvPr>
        </p:nvSpPr>
        <p:spPr>
          <a:xfrm>
            <a:off x="5852160" y="731520"/>
            <a:ext cx="5486400" cy="17373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E8A3F288-990F-014E-F099-1E3091477CA7}"/>
              </a:ext>
            </a:extLst>
          </p:cNvPr>
          <p:cNvSpPr>
            <a:spLocks noGrp="1"/>
          </p:cNvSpPr>
          <p:nvPr>
            <p:ph idx="30"/>
          </p:nvPr>
        </p:nvSpPr>
        <p:spPr>
          <a:xfrm>
            <a:off x="914400" y="2743200"/>
            <a:ext cx="8348472" cy="3374136"/>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reeform: Shape 5">
            <a:extLst>
              <a:ext uri="{FF2B5EF4-FFF2-40B4-BE49-F238E27FC236}">
                <a16:creationId xmlns:a16="http://schemas.microsoft.com/office/drawing/2014/main" id="{3F619E6B-153E-B522-47EB-4104C405736C}"/>
              </a:ext>
            </a:extLst>
          </p:cNvPr>
          <p:cNvSpPr/>
          <p:nvPr userDrawn="1"/>
        </p:nvSpPr>
        <p:spPr>
          <a:xfrm>
            <a:off x="10551278" y="4665388"/>
            <a:ext cx="603952" cy="68174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Freeform 11">
            <a:extLst>
              <a:ext uri="{FF2B5EF4-FFF2-40B4-BE49-F238E27FC236}">
                <a16:creationId xmlns:a16="http://schemas.microsoft.com/office/drawing/2014/main" id="{687A7B3D-E004-6D6A-5979-8F1BADBC9237}"/>
              </a:ext>
            </a:extLst>
          </p:cNvPr>
          <p:cNvSpPr/>
          <p:nvPr userDrawn="1"/>
        </p:nvSpPr>
        <p:spPr>
          <a:xfrm>
            <a:off x="10524774" y="5146146"/>
            <a:ext cx="1667226" cy="1711855"/>
          </a:xfrm>
          <a:custGeom>
            <a:avLst/>
            <a:gdLst>
              <a:gd name="connsiteX0" fmla="*/ 998834 w 1667226"/>
              <a:gd name="connsiteY0" fmla="*/ 0 h 1711855"/>
              <a:gd name="connsiteX1" fmla="*/ 1667226 w 1667226"/>
              <a:gd name="connsiteY1" fmla="*/ 373790 h 1711855"/>
              <a:gd name="connsiteX2" fmla="*/ 1667226 w 1667226"/>
              <a:gd name="connsiteY2" fmla="*/ 1711855 h 1711855"/>
              <a:gd name="connsiteX3" fmla="*/ 48502 w 1667226"/>
              <a:gd name="connsiteY3" fmla="*/ 1711855 h 1711855"/>
              <a:gd name="connsiteX4" fmla="*/ 0 w 1667226"/>
              <a:gd name="connsiteY4" fmla="*/ 1684915 h 1711855"/>
              <a:gd name="connsiteX5" fmla="*/ 0 w 1667226"/>
              <a:gd name="connsiteY5" fmla="*/ 564300 h 1711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67226" h="1711855">
                <a:moveTo>
                  <a:pt x="998834" y="0"/>
                </a:moveTo>
                <a:lnTo>
                  <a:pt x="1667226" y="373790"/>
                </a:lnTo>
                <a:lnTo>
                  <a:pt x="1667226" y="1711855"/>
                </a:lnTo>
                <a:lnTo>
                  <a:pt x="48502" y="1711855"/>
                </a:lnTo>
                <a:lnTo>
                  <a:pt x="0" y="1684915"/>
                </a:lnTo>
                <a:lnTo>
                  <a:pt x="0" y="56430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1">
            <a:extLst>
              <a:ext uri="{FF2B5EF4-FFF2-40B4-BE49-F238E27FC236}">
                <a16:creationId xmlns:a16="http://schemas.microsoft.com/office/drawing/2014/main" id="{A4CA3A93-BDBF-112D-54A0-05BF6B06BCC1}"/>
              </a:ext>
            </a:extLst>
          </p:cNvPr>
          <p:cNvSpPr/>
          <p:nvPr userDrawn="1"/>
        </p:nvSpPr>
        <p:spPr>
          <a:xfrm>
            <a:off x="10177285" y="5347130"/>
            <a:ext cx="748554" cy="85636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2" name="Footer Placeholder 1">
            <a:extLst>
              <a:ext uri="{FF2B5EF4-FFF2-40B4-BE49-F238E27FC236}">
                <a16:creationId xmlns:a16="http://schemas.microsoft.com/office/drawing/2014/main" id="{5F7A154B-D8F5-C1FB-307D-496380875BD1}"/>
              </a:ext>
            </a:extLst>
          </p:cNvPr>
          <p:cNvSpPr>
            <a:spLocks noGrp="1"/>
          </p:cNvSpPr>
          <p:nvPr>
            <p:ph type="ftr" sz="quarter" idx="28"/>
          </p:nvPr>
        </p:nvSpPr>
        <p:spPr/>
        <p:txBody>
          <a:bodyPr>
            <a:noAutofit/>
          </a:bodyPr>
          <a:lstStyle/>
          <a:p>
            <a:endParaRPr lang="en-US" noProof="0" dirty="0"/>
          </a:p>
        </p:txBody>
      </p:sp>
      <p:sp>
        <p:nvSpPr>
          <p:cNvPr id="5" name="Slide Number Placeholder 4">
            <a:extLst>
              <a:ext uri="{FF2B5EF4-FFF2-40B4-BE49-F238E27FC236}">
                <a16:creationId xmlns:a16="http://schemas.microsoft.com/office/drawing/2014/main" id="{D728715E-D2CE-A33E-1A28-4E627F239BBE}"/>
              </a:ext>
            </a:extLst>
          </p:cNvPr>
          <p:cNvSpPr>
            <a:spLocks noGrp="1"/>
          </p:cNvSpPr>
          <p:nvPr>
            <p:ph type="sldNum" sz="quarter" idx="29"/>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2121256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C1D3CF-F6AF-93EB-C40E-C278E58442C0}"/>
              </a:ext>
            </a:extLst>
          </p:cNvPr>
          <p:cNvSpPr>
            <a:spLocks noGrp="1"/>
          </p:cNvSpPr>
          <p:nvPr>
            <p:ph type="title"/>
          </p:nvPr>
        </p:nvSpPr>
        <p:spPr>
          <a:xfrm>
            <a:off x="914400" y="731520"/>
            <a:ext cx="3931920" cy="2103120"/>
          </a:xfrm>
        </p:spPr>
        <p:txBody>
          <a:bodyPr anchor="b">
            <a:normAutofit/>
          </a:bodyPr>
          <a:lstStyle>
            <a:lvl1pPr>
              <a:defRPr sz="36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2317990C-ED42-30BE-0501-F9C5B4A48B73}"/>
              </a:ext>
            </a:extLst>
          </p:cNvPr>
          <p:cNvSpPr>
            <a:spLocks noGrp="1"/>
          </p:cNvSpPr>
          <p:nvPr>
            <p:ph idx="1"/>
          </p:nvPr>
        </p:nvSpPr>
        <p:spPr>
          <a:xfrm>
            <a:off x="914400" y="3108960"/>
            <a:ext cx="3931920" cy="26517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Picture Placeholder 7">
            <a:extLst>
              <a:ext uri="{FF2B5EF4-FFF2-40B4-BE49-F238E27FC236}">
                <a16:creationId xmlns:a16="http://schemas.microsoft.com/office/drawing/2014/main" id="{4AC62875-1B1B-E814-6549-162A8DBF8929}"/>
              </a:ext>
            </a:extLst>
          </p:cNvPr>
          <p:cNvSpPr>
            <a:spLocks noGrp="1"/>
          </p:cNvSpPr>
          <p:nvPr>
            <p:ph type="pic" sz="quarter" idx="54"/>
          </p:nvPr>
        </p:nvSpPr>
        <p:spPr>
          <a:xfrm>
            <a:off x="5745002" y="0"/>
            <a:ext cx="6446999" cy="6858000"/>
          </a:xfrm>
          <a:custGeom>
            <a:avLst/>
            <a:gdLst>
              <a:gd name="connsiteX0" fmla="*/ 2513726 w 6446999"/>
              <a:gd name="connsiteY0" fmla="*/ 0 h 6858000"/>
              <a:gd name="connsiteX1" fmla="*/ 4301949 w 6446999"/>
              <a:gd name="connsiteY1" fmla="*/ 0 h 6858000"/>
              <a:gd name="connsiteX2" fmla="*/ 6446999 w 6446999"/>
              <a:gd name="connsiteY2" fmla="*/ 1338386 h 6858000"/>
              <a:gd name="connsiteX3" fmla="*/ 6446999 w 6446999"/>
              <a:gd name="connsiteY3" fmla="*/ 5624376 h 6858000"/>
              <a:gd name="connsiteX4" fmla="*/ 4342124 w 6446999"/>
              <a:gd name="connsiteY4" fmla="*/ 6858000 h 6858000"/>
              <a:gd name="connsiteX5" fmla="*/ 2553921 w 6446999"/>
              <a:gd name="connsiteY5" fmla="*/ 6858000 h 6858000"/>
              <a:gd name="connsiteX6" fmla="*/ 661 w 6446999"/>
              <a:gd name="connsiteY6" fmla="*/ 5339864 h 6858000"/>
              <a:gd name="connsiteX7" fmla="*/ 299 w 6446999"/>
              <a:gd name="connsiteY7" fmla="*/ 139604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46999" h="6858000">
                <a:moveTo>
                  <a:pt x="2513726" y="0"/>
                </a:moveTo>
                <a:lnTo>
                  <a:pt x="4301949" y="0"/>
                </a:lnTo>
                <a:lnTo>
                  <a:pt x="6446999" y="1338386"/>
                </a:lnTo>
                <a:lnTo>
                  <a:pt x="6446999" y="5624376"/>
                </a:lnTo>
                <a:lnTo>
                  <a:pt x="4342124" y="6858000"/>
                </a:lnTo>
                <a:lnTo>
                  <a:pt x="2553921" y="6858000"/>
                </a:lnTo>
                <a:lnTo>
                  <a:pt x="661" y="5339864"/>
                </a:lnTo>
                <a:cubicBezTo>
                  <a:pt x="-1473" y="4048155"/>
                  <a:pt x="2433" y="2687753"/>
                  <a:pt x="299" y="1396044"/>
                </a:cubicBezTo>
                <a:close/>
              </a:path>
            </a:pathLst>
          </a:custGeom>
        </p:spPr>
        <p:txBody>
          <a:bodyPr wrap="square" anchor="ctr">
            <a:noAutofit/>
          </a:bodyPr>
          <a:lstStyle>
            <a:lvl1pPr marL="0" indent="0">
              <a:buNone/>
              <a:defRPr sz="1600"/>
            </a:lvl1pPr>
          </a:lstStyle>
          <a:p>
            <a:r>
              <a:rPr lang="en-US"/>
              <a:t>Click icon to add picture</a:t>
            </a:r>
            <a:endParaRPr lang="en-US" dirty="0"/>
          </a:p>
        </p:txBody>
      </p:sp>
      <p:sp>
        <p:nvSpPr>
          <p:cNvPr id="5" name="Footer Placeholder 4">
            <a:extLst>
              <a:ext uri="{FF2B5EF4-FFF2-40B4-BE49-F238E27FC236}">
                <a16:creationId xmlns:a16="http://schemas.microsoft.com/office/drawing/2014/main" id="{41F6C45B-70BB-86F1-1866-F93BEC26ACF8}"/>
              </a:ext>
            </a:extLst>
          </p:cNvPr>
          <p:cNvSpPr>
            <a:spLocks noGrp="1"/>
          </p:cNvSpPr>
          <p:nvPr>
            <p:ph type="ftr" sz="quarter" idx="52"/>
          </p:nvPr>
        </p:nvSpPr>
        <p:spPr/>
        <p:txBody>
          <a:bodyPr>
            <a:noAutofit/>
          </a:bodyPr>
          <a:lstStyle/>
          <a:p>
            <a:endParaRPr lang="en-US" noProof="0" dirty="0"/>
          </a:p>
        </p:txBody>
      </p:sp>
      <p:sp>
        <p:nvSpPr>
          <p:cNvPr id="7" name="Slide Number Placeholder 6">
            <a:extLst>
              <a:ext uri="{FF2B5EF4-FFF2-40B4-BE49-F238E27FC236}">
                <a16:creationId xmlns:a16="http://schemas.microsoft.com/office/drawing/2014/main" id="{0870044D-485D-043B-9D5B-C01AA8E06447}"/>
              </a:ext>
            </a:extLst>
          </p:cNvPr>
          <p:cNvSpPr>
            <a:spLocks noGrp="1"/>
          </p:cNvSpPr>
          <p:nvPr>
            <p:ph type="sldNum" sz="quarter" idx="53"/>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
            <a:extLst>
              <a:ext uri="{FF2B5EF4-FFF2-40B4-BE49-F238E27FC236}">
                <a16:creationId xmlns:a16="http://schemas.microsoft.com/office/drawing/2014/main" id="{D91FB993-29E1-3DBD-8335-7970016F8DE7}"/>
              </a:ext>
              <a:ext uri="{C183D7F6-B498-43B3-948B-1728B52AA6E4}">
                <adec:decorative xmlns:adec="http://schemas.microsoft.com/office/drawing/2017/decorative" val="1"/>
              </a:ext>
            </a:extLst>
          </p:cNvPr>
          <p:cNvSpPr/>
          <p:nvPr userDrawn="1"/>
        </p:nvSpPr>
        <p:spPr>
          <a:xfrm>
            <a:off x="5203802" y="480395"/>
            <a:ext cx="1896941" cy="217161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noFill/>
          <a:ln w="19050" cap="flat" cmpd="sng" algn="ctr">
            <a:solidFill>
              <a:srgbClr val="C95B3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rgbClr val="F7D952"/>
              </a:solidFill>
              <a:effectLst/>
              <a:uLnTx/>
              <a:uFillTx/>
              <a:latin typeface="Posterama Text SemiBold"/>
              <a:ea typeface="+mn-ea"/>
              <a:cs typeface="+mn-cs"/>
            </a:endParaRPr>
          </a:p>
        </p:txBody>
      </p:sp>
    </p:spTree>
    <p:extLst>
      <p:ext uri="{BB962C8B-B14F-4D97-AF65-F5344CB8AC3E}">
        <p14:creationId xmlns:p14="http://schemas.microsoft.com/office/powerpoint/2010/main" val="41612598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spTree>
      <p:nvGrpSpPr>
        <p:cNvPr id="1" name=""/>
        <p:cNvGrpSpPr/>
        <p:nvPr/>
      </p:nvGrpSpPr>
      <p:grpSpPr>
        <a:xfrm>
          <a:off x="0" y="0"/>
          <a:ext cx="0" cy="0"/>
          <a:chOff x="0" y="0"/>
          <a:chExt cx="0" cy="0"/>
        </a:xfrm>
      </p:grpSpPr>
      <p:sp>
        <p:nvSpPr>
          <p:cNvPr id="4" name="Rectangle 13">
            <a:extLst>
              <a:ext uri="{FF2B5EF4-FFF2-40B4-BE49-F238E27FC236}">
                <a16:creationId xmlns:a16="http://schemas.microsoft.com/office/drawing/2014/main" id="{12BFFCE7-C68B-4904-8795-9589C3F38FD4}"/>
              </a:ext>
            </a:extLst>
          </p:cNvPr>
          <p:cNvSpPr/>
          <p:nvPr userDrawn="1"/>
        </p:nvSpPr>
        <p:spPr>
          <a:xfrm>
            <a:off x="636161" y="5854024"/>
            <a:ext cx="2330137" cy="708120"/>
          </a:xfrm>
          <a:prstGeom prst="rect">
            <a:avLst/>
          </a:prstGeom>
          <a:solidFill>
            <a:srgbClr val="0F26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2" name="Freeform: Shape 19">
            <a:extLst>
              <a:ext uri="{FF2B5EF4-FFF2-40B4-BE49-F238E27FC236}">
                <a16:creationId xmlns:a16="http://schemas.microsoft.com/office/drawing/2014/main" id="{9D307BA6-8A60-85D7-CC8B-894256DC4B90}"/>
              </a:ext>
            </a:extLst>
          </p:cNvPr>
          <p:cNvSpPr/>
          <p:nvPr userDrawn="1"/>
        </p:nvSpPr>
        <p:spPr>
          <a:xfrm>
            <a:off x="8517470" y="2248218"/>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7" name="Freeform: Shape 19">
            <a:extLst>
              <a:ext uri="{FF2B5EF4-FFF2-40B4-BE49-F238E27FC236}">
                <a16:creationId xmlns:a16="http://schemas.microsoft.com/office/drawing/2014/main" id="{F38B75F8-75D4-4B41-B7C7-433032DD0A6F}"/>
              </a:ext>
            </a:extLst>
          </p:cNvPr>
          <p:cNvSpPr/>
          <p:nvPr userDrawn="1"/>
        </p:nvSpPr>
        <p:spPr>
          <a:xfrm>
            <a:off x="9578882" y="460803"/>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8" name="Freeform: Shape 24">
            <a:extLst>
              <a:ext uri="{FF2B5EF4-FFF2-40B4-BE49-F238E27FC236}">
                <a16:creationId xmlns:a16="http://schemas.microsoft.com/office/drawing/2014/main" id="{671D1224-EDDC-4900-92DC-13608D44C524}"/>
              </a:ext>
            </a:extLst>
          </p:cNvPr>
          <p:cNvSpPr/>
          <p:nvPr userDrawn="1"/>
        </p:nvSpPr>
        <p:spPr>
          <a:xfrm>
            <a:off x="9522496" y="4057904"/>
            <a:ext cx="1886359"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15" name="Freeform 14">
            <a:extLst>
              <a:ext uri="{FF2B5EF4-FFF2-40B4-BE49-F238E27FC236}">
                <a16:creationId xmlns:a16="http://schemas.microsoft.com/office/drawing/2014/main" id="{635A9E44-4E60-1AD1-0B85-72422683B48A}"/>
              </a:ext>
            </a:extLst>
          </p:cNvPr>
          <p:cNvSpPr/>
          <p:nvPr userDrawn="1"/>
        </p:nvSpPr>
        <p:spPr>
          <a:xfrm>
            <a:off x="11034052" y="3709992"/>
            <a:ext cx="1173188" cy="150283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7" name="Title 1">
            <a:extLst>
              <a:ext uri="{FF2B5EF4-FFF2-40B4-BE49-F238E27FC236}">
                <a16:creationId xmlns:a16="http://schemas.microsoft.com/office/drawing/2014/main" id="{D041C638-CBB8-1159-9AF8-B5D14CC7BE0F}"/>
              </a:ext>
            </a:extLst>
          </p:cNvPr>
          <p:cNvSpPr>
            <a:spLocks noGrp="1"/>
          </p:cNvSpPr>
          <p:nvPr>
            <p:ph type="title"/>
          </p:nvPr>
        </p:nvSpPr>
        <p:spPr>
          <a:xfrm>
            <a:off x="914400" y="1060704"/>
            <a:ext cx="7132320" cy="1773936"/>
          </a:xfrm>
        </p:spPr>
        <p:txBody>
          <a:bodyPr anchor="b">
            <a:normAutofit/>
          </a:bodyPr>
          <a:lstStyle>
            <a:lvl1pPr>
              <a:defRPr sz="3600"/>
            </a:lvl1pPr>
          </a:lstStyle>
          <a:p>
            <a:r>
              <a:rPr lang="en-US" noProof="0"/>
              <a:t>Click to edit Master title style</a:t>
            </a:r>
            <a:endParaRPr lang="en-US" noProof="0" dirty="0"/>
          </a:p>
        </p:txBody>
      </p:sp>
      <p:sp>
        <p:nvSpPr>
          <p:cNvPr id="3" name="Content Placeholder 2">
            <a:extLst>
              <a:ext uri="{FF2B5EF4-FFF2-40B4-BE49-F238E27FC236}">
                <a16:creationId xmlns:a16="http://schemas.microsoft.com/office/drawing/2014/main" id="{E3E34C76-4814-6AFA-CEFD-F82B9ED9BB1D}"/>
              </a:ext>
            </a:extLst>
          </p:cNvPr>
          <p:cNvSpPr>
            <a:spLocks noGrp="1"/>
          </p:cNvSpPr>
          <p:nvPr>
            <p:ph idx="1"/>
          </p:nvPr>
        </p:nvSpPr>
        <p:spPr>
          <a:xfrm>
            <a:off x="91440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2">
            <a:extLst>
              <a:ext uri="{FF2B5EF4-FFF2-40B4-BE49-F238E27FC236}">
                <a16:creationId xmlns:a16="http://schemas.microsoft.com/office/drawing/2014/main" id="{D42F254A-B4C7-D072-FEB9-22F9A2B0CA64}"/>
              </a:ext>
            </a:extLst>
          </p:cNvPr>
          <p:cNvSpPr>
            <a:spLocks noGrp="1"/>
          </p:cNvSpPr>
          <p:nvPr>
            <p:ph idx="56"/>
          </p:nvPr>
        </p:nvSpPr>
        <p:spPr>
          <a:xfrm>
            <a:off x="475488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Footer Placeholder 8">
            <a:extLst>
              <a:ext uri="{FF2B5EF4-FFF2-40B4-BE49-F238E27FC236}">
                <a16:creationId xmlns:a16="http://schemas.microsoft.com/office/drawing/2014/main" id="{85DBF4DF-D0B4-1DA6-0271-5D4033A9C19C}"/>
              </a:ext>
            </a:extLst>
          </p:cNvPr>
          <p:cNvSpPr>
            <a:spLocks noGrp="1"/>
          </p:cNvSpPr>
          <p:nvPr>
            <p:ph type="ftr" sz="quarter" idx="57"/>
          </p:nvPr>
        </p:nvSpPr>
        <p:spPr/>
        <p:txBody>
          <a:bodyPr/>
          <a:lstStyle/>
          <a:p>
            <a:endParaRPr lang="en-US" noProof="0" dirty="0"/>
          </a:p>
        </p:txBody>
      </p:sp>
      <p:sp>
        <p:nvSpPr>
          <p:cNvPr id="6" name="Slide Number Placeholder 5">
            <a:extLst>
              <a:ext uri="{FF2B5EF4-FFF2-40B4-BE49-F238E27FC236}">
                <a16:creationId xmlns:a16="http://schemas.microsoft.com/office/drawing/2014/main" id="{F507335A-F59E-2A6C-D2D6-F10391DA8D69}"/>
              </a:ext>
            </a:extLst>
          </p:cNvPr>
          <p:cNvSpPr>
            <a:spLocks noGrp="1"/>
          </p:cNvSpPr>
          <p:nvPr>
            <p:ph type="sldNum" sz="quarter" idx="55"/>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361364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Title Placeholder 4">
            <a:extLst>
              <a:ext uri="{FF2B5EF4-FFF2-40B4-BE49-F238E27FC236}">
                <a16:creationId xmlns:a16="http://schemas.microsoft.com/office/drawing/2014/main" id="{F73BF8E3-2426-5D65-6582-D4B03C765A5D}"/>
              </a:ext>
            </a:extLst>
          </p:cNvPr>
          <p:cNvSpPr>
            <a:spLocks noGrp="1"/>
          </p:cNvSpPr>
          <p:nvPr>
            <p:ph type="title"/>
          </p:nvPr>
        </p:nvSpPr>
        <p:spPr>
          <a:xfrm>
            <a:off x="6710510" y="2016579"/>
            <a:ext cx="4441188" cy="277585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2" name="Content placeholder 47">
            <a:extLst>
              <a:ext uri="{FF2B5EF4-FFF2-40B4-BE49-F238E27FC236}">
                <a16:creationId xmlns:a16="http://schemas.microsoft.com/office/drawing/2014/main" id="{117BCD91-6BBA-AACD-3424-C3A4E5C1AB1D}"/>
              </a:ext>
            </a:extLst>
          </p:cNvPr>
          <p:cNvSpPr>
            <a:spLocks noGrp="1" noChangeAspect="1"/>
          </p:cNvSpPr>
          <p:nvPr>
            <p:ph type="pic" sz="quarter" idx="48"/>
          </p:nvPr>
        </p:nvSpPr>
        <p:spPr>
          <a:xfrm>
            <a:off x="914400" y="539496"/>
            <a:ext cx="5025207" cy="5779008"/>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a:t>Click icon to add picture</a:t>
            </a:r>
            <a:endParaRPr lang="en-US" altLang="zh-CN" noProof="0" dirty="0"/>
          </a:p>
        </p:txBody>
      </p:sp>
      <p:pic>
        <p:nvPicPr>
          <p:cNvPr id="7" name="Shape 33">
            <a:extLst>
              <a:ext uri="{FF2B5EF4-FFF2-40B4-BE49-F238E27FC236}">
                <a16:creationId xmlns:a16="http://schemas.microsoft.com/office/drawing/2014/main" id="{78B6A20E-2402-E586-7E92-A2C0D0B854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352010" y="4038403"/>
            <a:ext cx="1438713" cy="1645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Freeform: Shape 11">
            <a:extLst>
              <a:ext uri="{FF2B5EF4-FFF2-40B4-BE49-F238E27FC236}">
                <a16:creationId xmlns:a16="http://schemas.microsoft.com/office/drawing/2014/main" id="{20E24AA2-A4D8-FFB3-C801-0E57990B8CB6}"/>
              </a:ext>
            </a:extLst>
          </p:cNvPr>
          <p:cNvSpPr/>
          <p:nvPr userDrawn="1"/>
        </p:nvSpPr>
        <p:spPr>
          <a:xfrm>
            <a:off x="1360235" y="5541405"/>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1">
              <a:lumMod val="60000"/>
              <a:lumOff val="4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9" name="Freeform: Shape 5">
            <a:extLst>
              <a:ext uri="{FF2B5EF4-FFF2-40B4-BE49-F238E27FC236}">
                <a16:creationId xmlns:a16="http://schemas.microsoft.com/office/drawing/2014/main" id="{1FEC53F3-5030-5BCF-54CA-ABB14457C073}"/>
              </a:ext>
            </a:extLst>
          </p:cNvPr>
          <p:cNvSpPr/>
          <p:nvPr userDrawn="1"/>
        </p:nvSpPr>
        <p:spPr>
          <a:xfrm>
            <a:off x="5429027" y="393334"/>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Tree>
    <p:extLst>
      <p:ext uri="{BB962C8B-B14F-4D97-AF65-F5344CB8AC3E}">
        <p14:creationId xmlns:p14="http://schemas.microsoft.com/office/powerpoint/2010/main" val="34077113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86721E85-C7DE-A05F-D33D-97CAF161E33A}"/>
              </a:ext>
            </a:extLst>
          </p:cNvPr>
          <p:cNvSpPr/>
          <p:nvPr userDrawn="1"/>
        </p:nvSpPr>
        <p:spPr>
          <a:xfrm>
            <a:off x="0" y="2860787"/>
            <a:ext cx="2004570" cy="3676532"/>
          </a:xfrm>
          <a:custGeom>
            <a:avLst/>
            <a:gdLst>
              <a:gd name="connsiteX0" fmla="*/ 417538 w 2004570"/>
              <a:gd name="connsiteY0" fmla="*/ 0 h 3676532"/>
              <a:gd name="connsiteX1" fmla="*/ 2004570 w 2004570"/>
              <a:gd name="connsiteY1" fmla="*/ 925683 h 3676532"/>
              <a:gd name="connsiteX2" fmla="*/ 2004570 w 2004570"/>
              <a:gd name="connsiteY2" fmla="*/ 2763949 h 3676532"/>
              <a:gd name="connsiteX3" fmla="*/ 413202 w 2004570"/>
              <a:gd name="connsiteY3" fmla="*/ 3676532 h 3676532"/>
              <a:gd name="connsiteX4" fmla="*/ 0 w 2004570"/>
              <a:gd name="connsiteY4" fmla="*/ 3439338 h 3676532"/>
              <a:gd name="connsiteX5" fmla="*/ 0 w 2004570"/>
              <a:gd name="connsiteY5" fmla="*/ 241075 h 367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4570" h="3676532">
                <a:moveTo>
                  <a:pt x="417538" y="0"/>
                </a:moveTo>
                <a:lnTo>
                  <a:pt x="2004570" y="925683"/>
                </a:lnTo>
                <a:lnTo>
                  <a:pt x="2004570" y="2763949"/>
                </a:lnTo>
                <a:lnTo>
                  <a:pt x="413202" y="3676532"/>
                </a:lnTo>
                <a:lnTo>
                  <a:pt x="0" y="3439338"/>
                </a:lnTo>
                <a:lnTo>
                  <a:pt x="0" y="241075"/>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2BA5A58B-9440-7DAB-E7D7-3143B049FBAC}"/>
              </a:ext>
            </a:extLst>
          </p:cNvPr>
          <p:cNvSpPr/>
          <p:nvPr userDrawn="1"/>
        </p:nvSpPr>
        <p:spPr>
          <a:xfrm flipH="1">
            <a:off x="657773" y="5253270"/>
            <a:ext cx="1710765" cy="1621875"/>
          </a:xfrm>
          <a:custGeom>
            <a:avLst/>
            <a:gdLst>
              <a:gd name="connsiteX0" fmla="*/ 852873 w 1710765"/>
              <a:gd name="connsiteY0" fmla="*/ 0 h 1593273"/>
              <a:gd name="connsiteX1" fmla="*/ 0 w 1710765"/>
              <a:gd name="connsiteY1" fmla="*/ 494134 h 1593273"/>
              <a:gd name="connsiteX2" fmla="*/ 0 w 1710765"/>
              <a:gd name="connsiteY2" fmla="*/ 1475410 h 1593273"/>
              <a:gd name="connsiteX3" fmla="*/ 206916 w 1710765"/>
              <a:gd name="connsiteY3" fmla="*/ 1593273 h 1593273"/>
              <a:gd name="connsiteX4" fmla="*/ 1502835 w 1710765"/>
              <a:gd name="connsiteY4" fmla="*/ 1593273 h 1593273"/>
              <a:gd name="connsiteX5" fmla="*/ 1709418 w 1710765"/>
              <a:gd name="connsiteY5" fmla="*/ 1475480 h 1593273"/>
              <a:gd name="connsiteX6" fmla="*/ 1710407 w 1710765"/>
              <a:gd name="connsiteY6" fmla="*/ 491803 h 1593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10765" h="1593273">
                <a:moveTo>
                  <a:pt x="852873" y="0"/>
                </a:moveTo>
                <a:lnTo>
                  <a:pt x="0" y="494134"/>
                </a:lnTo>
                <a:lnTo>
                  <a:pt x="0" y="1475410"/>
                </a:lnTo>
                <a:lnTo>
                  <a:pt x="206916" y="1593273"/>
                </a:lnTo>
                <a:lnTo>
                  <a:pt x="1502835" y="1593273"/>
                </a:lnTo>
                <a:lnTo>
                  <a:pt x="1709418" y="1475480"/>
                </a:lnTo>
                <a:cubicBezTo>
                  <a:pt x="1707864" y="1146834"/>
                  <a:pt x="1711961" y="820449"/>
                  <a:pt x="1710407" y="491803"/>
                </a:cubicBez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Shape 24">
            <a:extLst>
              <a:ext uri="{FF2B5EF4-FFF2-40B4-BE49-F238E27FC236}">
                <a16:creationId xmlns:a16="http://schemas.microsoft.com/office/drawing/2014/main" id="{A23F9759-CF52-CE45-5E22-9678534685A7}"/>
              </a:ext>
            </a:extLst>
          </p:cNvPr>
          <p:cNvSpPr/>
          <p:nvPr userDrawn="1"/>
        </p:nvSpPr>
        <p:spPr>
          <a:xfrm flipH="1">
            <a:off x="2275432" y="4699053"/>
            <a:ext cx="668814" cy="784693"/>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Title 5">
            <a:extLst>
              <a:ext uri="{FF2B5EF4-FFF2-40B4-BE49-F238E27FC236}">
                <a16:creationId xmlns:a16="http://schemas.microsoft.com/office/drawing/2014/main" id="{5D84FCC1-368D-680C-31AA-597C3AAF4232}"/>
              </a:ext>
            </a:extLst>
          </p:cNvPr>
          <p:cNvSpPr>
            <a:spLocks noGrp="1"/>
          </p:cNvSpPr>
          <p:nvPr>
            <p:ph type="title"/>
          </p:nvPr>
        </p:nvSpPr>
        <p:spPr>
          <a:xfrm>
            <a:off x="3465576" y="1499616"/>
            <a:ext cx="7955280" cy="1335024"/>
          </a:xfrm>
        </p:spPr>
        <p:txBody>
          <a:bodyPr anchor="b">
            <a:normAutofit/>
          </a:bodyPr>
          <a:lstStyle>
            <a:lvl1pPr>
              <a:defRPr sz="3600"/>
            </a:lvl1pPr>
          </a:lstStyle>
          <a:p>
            <a:r>
              <a:rPr lang="en-US"/>
              <a:t>Click to edit Master title style</a:t>
            </a:r>
            <a:endParaRPr lang="en-US" dirty="0"/>
          </a:p>
        </p:txBody>
      </p:sp>
      <p:sp>
        <p:nvSpPr>
          <p:cNvPr id="4" name="Content Placeholder 2">
            <a:extLst>
              <a:ext uri="{FF2B5EF4-FFF2-40B4-BE49-F238E27FC236}">
                <a16:creationId xmlns:a16="http://schemas.microsoft.com/office/drawing/2014/main" id="{6FFF81D2-C0B4-3B82-8DF6-D10CC07C441C}"/>
              </a:ext>
            </a:extLst>
          </p:cNvPr>
          <p:cNvSpPr>
            <a:spLocks noGrp="1"/>
          </p:cNvSpPr>
          <p:nvPr>
            <p:ph idx="14"/>
          </p:nvPr>
        </p:nvSpPr>
        <p:spPr>
          <a:xfrm>
            <a:off x="3465576" y="3108960"/>
            <a:ext cx="4572000" cy="3108960"/>
          </a:xfrm>
        </p:spPr>
        <p:txBody>
          <a:bodyPr/>
          <a:lstStyle>
            <a:lvl1pPr marL="512064" indent="-512064">
              <a:buFont typeface="+mj-lt"/>
              <a:buAutoNum type="arabicPeriod"/>
              <a:defRPr sz="1800"/>
            </a:lvl1pPr>
            <a:lvl2pPr marL="1097280" indent="-512064">
              <a:buFont typeface="+mj-lt"/>
              <a:buAutoNum type="alphaLcPeriod"/>
              <a:defRPr sz="1800"/>
            </a:lvl2pPr>
            <a:lvl3pPr marL="1645920" indent="-512064">
              <a:buFont typeface="+mj-lt"/>
              <a:buAutoNum type="romanLcPeriod"/>
              <a:defRPr sz="1800"/>
            </a:lvl3pPr>
            <a:lvl4pPr marL="2194560" indent="-512064">
              <a:buFont typeface="+mj-lt"/>
              <a:buAutoNum type="arabicParen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2">
            <a:extLst>
              <a:ext uri="{FF2B5EF4-FFF2-40B4-BE49-F238E27FC236}">
                <a16:creationId xmlns:a16="http://schemas.microsoft.com/office/drawing/2014/main" id="{F190F721-56C7-251D-948D-117696095C32}"/>
              </a:ext>
            </a:extLst>
          </p:cNvPr>
          <p:cNvSpPr>
            <a:spLocks noGrp="1"/>
          </p:cNvSpPr>
          <p:nvPr>
            <p:ph idx="1"/>
          </p:nvPr>
        </p:nvSpPr>
        <p:spPr>
          <a:xfrm>
            <a:off x="8229600" y="3108960"/>
            <a:ext cx="3017520" cy="3108960"/>
          </a:xfrm>
        </p:spPr>
        <p:txBody>
          <a:bodyPr/>
          <a:lstStyle>
            <a:lvl1pPr marL="0" indent="0">
              <a:lnSpc>
                <a:spcPct val="100000"/>
              </a:lnSpc>
              <a:spcBef>
                <a:spcPts val="0"/>
              </a:spcBef>
              <a:spcAft>
                <a:spcPts val="600"/>
              </a:spcAft>
              <a:buNone/>
              <a:defRPr sz="1800"/>
            </a:lvl1pPr>
            <a:lvl2pPr>
              <a:lnSpc>
                <a:spcPct val="100000"/>
              </a:lnSpc>
              <a:spcBef>
                <a:spcPts val="0"/>
              </a:spcBef>
              <a:spcAft>
                <a:spcPts val="600"/>
              </a:spcAft>
              <a:defRPr sz="1800"/>
            </a:lvl2pPr>
            <a:lvl3pPr>
              <a:lnSpc>
                <a:spcPct val="100000"/>
              </a:lnSpc>
              <a:spcBef>
                <a:spcPts val="0"/>
              </a:spcBef>
              <a:spcAft>
                <a:spcPts val="600"/>
              </a:spcAft>
              <a:defRPr sz="1800"/>
            </a:lvl3pPr>
            <a:lvl4pPr>
              <a:lnSpc>
                <a:spcPct val="100000"/>
              </a:lnSpc>
              <a:spcBef>
                <a:spcPts val="0"/>
              </a:spcBef>
              <a:spcAft>
                <a:spcPts val="600"/>
              </a:spcAft>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Footer Placeholder 7">
            <a:extLst>
              <a:ext uri="{FF2B5EF4-FFF2-40B4-BE49-F238E27FC236}">
                <a16:creationId xmlns:a16="http://schemas.microsoft.com/office/drawing/2014/main" id="{6C94E8A0-C02C-2322-50C1-50080A793F84}"/>
              </a:ext>
            </a:extLst>
          </p:cNvPr>
          <p:cNvSpPr>
            <a:spLocks noGrp="1"/>
          </p:cNvSpPr>
          <p:nvPr>
            <p:ph type="ftr" sz="quarter" idx="41"/>
          </p:nvPr>
        </p:nvSpPr>
        <p:spPr>
          <a:xfrm>
            <a:off x="3465576" y="6217920"/>
            <a:ext cx="4114800" cy="365125"/>
          </a:xfrm>
        </p:spPr>
        <p:txBody>
          <a:bodyPr/>
          <a:lstStyle/>
          <a:p>
            <a:endParaRPr lang="en-US" noProof="0" dirty="0"/>
          </a:p>
        </p:txBody>
      </p:sp>
      <p:sp>
        <p:nvSpPr>
          <p:cNvPr id="5" name="Slide Number Placeholder 4">
            <a:extLst>
              <a:ext uri="{FF2B5EF4-FFF2-40B4-BE49-F238E27FC236}">
                <a16:creationId xmlns:a16="http://schemas.microsoft.com/office/drawing/2014/main" id="{2446A453-65E1-B688-A3F9-EA0AA347DDEA}"/>
              </a:ext>
            </a:extLst>
          </p:cNvPr>
          <p:cNvSpPr>
            <a:spLocks noGrp="1"/>
          </p:cNvSpPr>
          <p:nvPr>
            <p:ph type="sldNum" sz="quarter" idx="40"/>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2">
            <a:extLst>
              <a:ext uri="{FF2B5EF4-FFF2-40B4-BE49-F238E27FC236}">
                <a16:creationId xmlns:a16="http://schemas.microsoft.com/office/drawing/2014/main" id="{0750FD92-E143-4402-D455-30DC417CBDBE}"/>
              </a:ext>
            </a:extLst>
          </p:cNvPr>
          <p:cNvSpPr/>
          <p:nvPr userDrawn="1"/>
        </p:nvSpPr>
        <p:spPr>
          <a:xfrm>
            <a:off x="1198465" y="958947"/>
            <a:ext cx="1544735" cy="174369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6B13E9E2-D67B-E75B-D60D-CE3782A4FC67}"/>
              </a:ext>
            </a:extLst>
          </p:cNvPr>
          <p:cNvSpPr/>
          <p:nvPr userDrawn="1"/>
        </p:nvSpPr>
        <p:spPr>
          <a:xfrm>
            <a:off x="326738" y="0"/>
            <a:ext cx="1544359" cy="1254845"/>
          </a:xfrm>
          <a:custGeom>
            <a:avLst/>
            <a:gdLst>
              <a:gd name="connsiteX0" fmla="*/ 0 w 1544359"/>
              <a:gd name="connsiteY0" fmla="*/ 0 h 1254845"/>
              <a:gd name="connsiteX1" fmla="*/ 1544359 w 1544359"/>
              <a:gd name="connsiteY1" fmla="*/ 0 h 1254845"/>
              <a:gd name="connsiteX2" fmla="*/ 1543519 w 1544359"/>
              <a:gd name="connsiteY2" fmla="*/ 822090 h 1254845"/>
              <a:gd name="connsiteX3" fmla="*/ 772206 w 1544359"/>
              <a:gd name="connsiteY3" fmla="*/ 1254845 h 1254845"/>
              <a:gd name="connsiteX4" fmla="*/ 0 w 1544359"/>
              <a:gd name="connsiteY4" fmla="*/ 822027 h 12548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4359" h="1254845">
                <a:moveTo>
                  <a:pt x="0" y="0"/>
                </a:moveTo>
                <a:lnTo>
                  <a:pt x="1544359" y="0"/>
                </a:lnTo>
                <a:lnTo>
                  <a:pt x="1543519" y="822090"/>
                </a:lnTo>
                <a:lnTo>
                  <a:pt x="772206" y="1254845"/>
                </a:lnTo>
                <a:lnTo>
                  <a:pt x="0" y="822027"/>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26621137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04">
    <p:spTree>
      <p:nvGrpSpPr>
        <p:cNvPr id="1" name=""/>
        <p:cNvGrpSpPr/>
        <p:nvPr/>
      </p:nvGrpSpPr>
      <p:grpSpPr>
        <a:xfrm>
          <a:off x="0" y="0"/>
          <a:ext cx="0" cy="0"/>
          <a:chOff x="0" y="0"/>
          <a:chExt cx="0" cy="0"/>
        </a:xfrm>
      </p:grpSpPr>
      <p:sp>
        <p:nvSpPr>
          <p:cNvPr id="47" name="Freeform 46">
            <a:extLst>
              <a:ext uri="{FF2B5EF4-FFF2-40B4-BE49-F238E27FC236}">
                <a16:creationId xmlns:a16="http://schemas.microsoft.com/office/drawing/2014/main" id="{39B50CEE-D9F9-B5CD-C274-BEAA5EAB37E3}"/>
              </a:ext>
            </a:extLst>
          </p:cNvPr>
          <p:cNvSpPr/>
          <p:nvPr userDrawn="1"/>
        </p:nvSpPr>
        <p:spPr>
          <a:xfrm>
            <a:off x="410352" y="12435"/>
            <a:ext cx="1455521" cy="1019127"/>
          </a:xfrm>
          <a:custGeom>
            <a:avLst/>
            <a:gdLst>
              <a:gd name="connsiteX0" fmla="*/ 219223 w 1455521"/>
              <a:gd name="connsiteY0" fmla="*/ 0 h 1019127"/>
              <a:gd name="connsiteX1" fmla="*/ 1236298 w 1455521"/>
              <a:gd name="connsiteY1" fmla="*/ 0 h 1019127"/>
              <a:gd name="connsiteX2" fmla="*/ 1455521 w 1455521"/>
              <a:gd name="connsiteY2" fmla="*/ 385779 h 1019127"/>
              <a:gd name="connsiteX3" fmla="*/ 1095615 w 1455521"/>
              <a:gd name="connsiteY3" fmla="*/ 1019127 h 1019127"/>
              <a:gd name="connsiteX4" fmla="*/ 359906 w 1455521"/>
              <a:gd name="connsiteY4" fmla="*/ 1019127 h 1019127"/>
              <a:gd name="connsiteX5" fmla="*/ 0 w 1455521"/>
              <a:gd name="connsiteY5" fmla="*/ 385779 h 1019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1019127">
                <a:moveTo>
                  <a:pt x="219223" y="0"/>
                </a:moveTo>
                <a:lnTo>
                  <a:pt x="1236298" y="0"/>
                </a:lnTo>
                <a:lnTo>
                  <a:pt x="1455521" y="385779"/>
                </a:lnTo>
                <a:lnTo>
                  <a:pt x="1095615" y="1019127"/>
                </a:lnTo>
                <a:lnTo>
                  <a:pt x="359906" y="1019127"/>
                </a:lnTo>
                <a:lnTo>
                  <a:pt x="0" y="385779"/>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Hexagon 15">
            <a:extLst>
              <a:ext uri="{FF2B5EF4-FFF2-40B4-BE49-F238E27FC236}">
                <a16:creationId xmlns:a16="http://schemas.microsoft.com/office/drawing/2014/main" id="{93831F6E-A0DA-46E5-AF13-ED5D9ABF108D}"/>
              </a:ext>
            </a:extLst>
          </p:cNvPr>
          <p:cNvSpPr/>
          <p:nvPr userDrawn="1"/>
        </p:nvSpPr>
        <p:spPr>
          <a:xfrm>
            <a:off x="1579486" y="450004"/>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0" name="Hexagon 17">
            <a:extLst>
              <a:ext uri="{FF2B5EF4-FFF2-40B4-BE49-F238E27FC236}">
                <a16:creationId xmlns:a16="http://schemas.microsoft.com/office/drawing/2014/main" id="{18B06ECC-5FA7-4ACA-86BF-694240D0C05B}"/>
              </a:ext>
            </a:extLst>
          </p:cNvPr>
          <p:cNvSpPr/>
          <p:nvPr userDrawn="1"/>
        </p:nvSpPr>
        <p:spPr>
          <a:xfrm>
            <a:off x="412218" y="1136470"/>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1" name="Hexagon 19">
            <a:extLst>
              <a:ext uri="{FF2B5EF4-FFF2-40B4-BE49-F238E27FC236}">
                <a16:creationId xmlns:a16="http://schemas.microsoft.com/office/drawing/2014/main" id="{089AA305-8FFC-46A5-B806-D5D78320D0CD}"/>
              </a:ext>
            </a:extLst>
          </p:cNvPr>
          <p:cNvSpPr/>
          <p:nvPr userDrawn="1"/>
        </p:nvSpPr>
        <p:spPr>
          <a:xfrm>
            <a:off x="1580070" y="1812437"/>
            <a:ext cx="1455521" cy="1266696"/>
          </a:xfrm>
          <a:prstGeom prst="hexagon">
            <a:avLst>
              <a:gd name="adj" fmla="val 28413"/>
              <a:gd name="vf" fmla="val 11547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Hexagon 21">
            <a:extLst>
              <a:ext uri="{FF2B5EF4-FFF2-40B4-BE49-F238E27FC236}">
                <a16:creationId xmlns:a16="http://schemas.microsoft.com/office/drawing/2014/main" id="{DB2D65ED-32BC-44B2-92F3-E16717051CA1}"/>
              </a:ext>
            </a:extLst>
          </p:cNvPr>
          <p:cNvSpPr/>
          <p:nvPr userDrawn="1"/>
        </p:nvSpPr>
        <p:spPr>
          <a:xfrm>
            <a:off x="3953772" y="4582171"/>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4" name="Freeform 43">
            <a:extLst>
              <a:ext uri="{FF2B5EF4-FFF2-40B4-BE49-F238E27FC236}">
                <a16:creationId xmlns:a16="http://schemas.microsoft.com/office/drawing/2014/main" id="{6100186E-95B0-AB29-6F1D-DBFBAA566DB2}"/>
              </a:ext>
            </a:extLst>
          </p:cNvPr>
          <p:cNvSpPr/>
          <p:nvPr userDrawn="1"/>
        </p:nvSpPr>
        <p:spPr>
          <a:xfrm>
            <a:off x="3955762" y="5952136"/>
            <a:ext cx="1455521" cy="932559"/>
          </a:xfrm>
          <a:custGeom>
            <a:avLst/>
            <a:gdLst>
              <a:gd name="connsiteX0" fmla="*/ 359906 w 1455521"/>
              <a:gd name="connsiteY0" fmla="*/ 0 h 932559"/>
              <a:gd name="connsiteX1" fmla="*/ 1095615 w 1455521"/>
              <a:gd name="connsiteY1" fmla="*/ 0 h 932559"/>
              <a:gd name="connsiteX2" fmla="*/ 1455521 w 1455521"/>
              <a:gd name="connsiteY2" fmla="*/ 633348 h 932559"/>
              <a:gd name="connsiteX3" fmla="*/ 1285492 w 1455521"/>
              <a:gd name="connsiteY3" fmla="*/ 932559 h 932559"/>
              <a:gd name="connsiteX4" fmla="*/ 170030 w 1455521"/>
              <a:gd name="connsiteY4" fmla="*/ 932559 h 932559"/>
              <a:gd name="connsiteX5" fmla="*/ 0 w 1455521"/>
              <a:gd name="connsiteY5" fmla="*/ 633348 h 932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32559">
                <a:moveTo>
                  <a:pt x="359906" y="0"/>
                </a:moveTo>
                <a:lnTo>
                  <a:pt x="1095615" y="0"/>
                </a:lnTo>
                <a:lnTo>
                  <a:pt x="1455521" y="633348"/>
                </a:lnTo>
                <a:lnTo>
                  <a:pt x="1285492" y="932559"/>
                </a:lnTo>
                <a:lnTo>
                  <a:pt x="170030" y="932559"/>
                </a:lnTo>
                <a:lnTo>
                  <a:pt x="0" y="633348"/>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Hexagon 27">
            <a:extLst>
              <a:ext uri="{FF2B5EF4-FFF2-40B4-BE49-F238E27FC236}">
                <a16:creationId xmlns:a16="http://schemas.microsoft.com/office/drawing/2014/main" id="{5275D449-7441-440B-8584-96D25256F24D}"/>
              </a:ext>
            </a:extLst>
          </p:cNvPr>
          <p:cNvSpPr/>
          <p:nvPr userDrawn="1"/>
        </p:nvSpPr>
        <p:spPr>
          <a:xfrm>
            <a:off x="2783996" y="5245443"/>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Hexagon 21">
            <a:extLst>
              <a:ext uri="{FF2B5EF4-FFF2-40B4-BE49-F238E27FC236}">
                <a16:creationId xmlns:a16="http://schemas.microsoft.com/office/drawing/2014/main" id="{AA088CB3-68C2-8BF7-640B-511D7AD708D4}"/>
              </a:ext>
            </a:extLst>
          </p:cNvPr>
          <p:cNvSpPr/>
          <p:nvPr userDrawn="1"/>
        </p:nvSpPr>
        <p:spPr>
          <a:xfrm>
            <a:off x="2757266" y="2493385"/>
            <a:ext cx="1467568" cy="1305975"/>
          </a:xfrm>
          <a:prstGeom prst="hexagon">
            <a:avLst>
              <a:gd name="adj" fmla="val 28413"/>
              <a:gd name="vf" fmla="val 115470"/>
            </a:avLst>
          </a:prstGeom>
          <a:noFill/>
          <a:ln w="19050">
            <a:solidFill>
              <a:srgbClr val="D84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5" name="Hexagon 28">
            <a:extLst>
              <a:ext uri="{FF2B5EF4-FFF2-40B4-BE49-F238E27FC236}">
                <a16:creationId xmlns:a16="http://schemas.microsoft.com/office/drawing/2014/main" id="{94CFCD79-F5CD-4175-96DE-1AC2E1999DB6}"/>
              </a:ext>
            </a:extLst>
          </p:cNvPr>
          <p:cNvSpPr/>
          <p:nvPr userDrawn="1"/>
        </p:nvSpPr>
        <p:spPr>
          <a:xfrm>
            <a:off x="2767144" y="3880620"/>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3" name="Freeform 42">
            <a:extLst>
              <a:ext uri="{FF2B5EF4-FFF2-40B4-BE49-F238E27FC236}">
                <a16:creationId xmlns:a16="http://schemas.microsoft.com/office/drawing/2014/main" id="{C8667104-E096-23C3-4C2C-5277C2AF5C57}"/>
              </a:ext>
            </a:extLst>
          </p:cNvPr>
          <p:cNvSpPr/>
          <p:nvPr userDrawn="1"/>
        </p:nvSpPr>
        <p:spPr>
          <a:xfrm>
            <a:off x="3702" y="448131"/>
            <a:ext cx="678871" cy="1266696"/>
          </a:xfrm>
          <a:custGeom>
            <a:avLst/>
            <a:gdLst>
              <a:gd name="connsiteX0" fmla="*/ 0 w 678871"/>
              <a:gd name="connsiteY0" fmla="*/ 0 h 1266696"/>
              <a:gd name="connsiteX1" fmla="*/ 318965 w 678871"/>
              <a:gd name="connsiteY1" fmla="*/ 0 h 1266696"/>
              <a:gd name="connsiteX2" fmla="*/ 678871 w 678871"/>
              <a:gd name="connsiteY2" fmla="*/ 633348 h 1266696"/>
              <a:gd name="connsiteX3" fmla="*/ 318965 w 678871"/>
              <a:gd name="connsiteY3" fmla="*/ 1266696 h 1266696"/>
              <a:gd name="connsiteX4" fmla="*/ 0 w 678871"/>
              <a:gd name="connsiteY4" fmla="*/ 1266696 h 1266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871" h="1266696">
                <a:moveTo>
                  <a:pt x="0" y="0"/>
                </a:moveTo>
                <a:lnTo>
                  <a:pt x="318965" y="0"/>
                </a:lnTo>
                <a:lnTo>
                  <a:pt x="678871" y="633348"/>
                </a:lnTo>
                <a:lnTo>
                  <a:pt x="318965" y="1266696"/>
                </a:lnTo>
                <a:lnTo>
                  <a:pt x="0" y="1266696"/>
                </a:lnTo>
                <a:close/>
              </a:path>
            </a:pathLst>
          </a:cu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Hexagon 31">
            <a:extLst>
              <a:ext uri="{FF2B5EF4-FFF2-40B4-BE49-F238E27FC236}">
                <a16:creationId xmlns:a16="http://schemas.microsoft.com/office/drawing/2014/main" id="{61BB4AB0-7C5C-4697-A25B-0AFD8754AB52}"/>
              </a:ext>
            </a:extLst>
          </p:cNvPr>
          <p:cNvSpPr/>
          <p:nvPr userDrawn="1"/>
        </p:nvSpPr>
        <p:spPr>
          <a:xfrm>
            <a:off x="1580353" y="3182793"/>
            <a:ext cx="1455521" cy="1266696"/>
          </a:xfrm>
          <a:prstGeom prst="hexagon">
            <a:avLst>
              <a:gd name="adj" fmla="val 28413"/>
              <a:gd name="vf" fmla="val 115470"/>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7" name="Hexagon 28">
            <a:extLst>
              <a:ext uri="{FF2B5EF4-FFF2-40B4-BE49-F238E27FC236}">
                <a16:creationId xmlns:a16="http://schemas.microsoft.com/office/drawing/2014/main" id="{E4EF439B-1CC3-CA39-B62A-E54F83ED70D2}"/>
              </a:ext>
            </a:extLst>
          </p:cNvPr>
          <p:cNvSpPr/>
          <p:nvPr userDrawn="1"/>
        </p:nvSpPr>
        <p:spPr>
          <a:xfrm>
            <a:off x="396269" y="2511644"/>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6" name="Freeform 45">
            <a:extLst>
              <a:ext uri="{FF2B5EF4-FFF2-40B4-BE49-F238E27FC236}">
                <a16:creationId xmlns:a16="http://schemas.microsoft.com/office/drawing/2014/main" id="{2363FF00-E570-D743-258E-E9FEF4F02A08}"/>
              </a:ext>
            </a:extLst>
          </p:cNvPr>
          <p:cNvSpPr/>
          <p:nvPr userDrawn="1"/>
        </p:nvSpPr>
        <p:spPr>
          <a:xfrm>
            <a:off x="6334981" y="5962237"/>
            <a:ext cx="1455521" cy="901561"/>
          </a:xfrm>
          <a:custGeom>
            <a:avLst/>
            <a:gdLst>
              <a:gd name="connsiteX0" fmla="*/ 359906 w 1455521"/>
              <a:gd name="connsiteY0" fmla="*/ 0 h 901561"/>
              <a:gd name="connsiteX1" fmla="*/ 1095615 w 1455521"/>
              <a:gd name="connsiteY1" fmla="*/ 0 h 901561"/>
              <a:gd name="connsiteX2" fmla="*/ 1455521 w 1455521"/>
              <a:gd name="connsiteY2" fmla="*/ 633348 h 901561"/>
              <a:gd name="connsiteX3" fmla="*/ 1303107 w 1455521"/>
              <a:gd name="connsiteY3" fmla="*/ 901561 h 901561"/>
              <a:gd name="connsiteX4" fmla="*/ 152415 w 1455521"/>
              <a:gd name="connsiteY4" fmla="*/ 901561 h 901561"/>
              <a:gd name="connsiteX5" fmla="*/ 0 w 1455521"/>
              <a:gd name="connsiteY5" fmla="*/ 633348 h 901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01561">
                <a:moveTo>
                  <a:pt x="359906" y="0"/>
                </a:moveTo>
                <a:lnTo>
                  <a:pt x="1095615" y="0"/>
                </a:lnTo>
                <a:lnTo>
                  <a:pt x="1455521" y="633348"/>
                </a:lnTo>
                <a:lnTo>
                  <a:pt x="1303107" y="901561"/>
                </a:lnTo>
                <a:lnTo>
                  <a:pt x="152415" y="901561"/>
                </a:lnTo>
                <a:lnTo>
                  <a:pt x="0" y="633348"/>
                </a:lnTo>
                <a:close/>
              </a:path>
            </a:pathLst>
          </a:custGeom>
          <a:noFill/>
          <a:ln w="19050">
            <a:solidFill>
              <a:srgbClr val="98432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Hexagon 21">
            <a:extLst>
              <a:ext uri="{FF2B5EF4-FFF2-40B4-BE49-F238E27FC236}">
                <a16:creationId xmlns:a16="http://schemas.microsoft.com/office/drawing/2014/main" id="{A38FF139-88E9-67A9-6010-4EDFB851076B}"/>
              </a:ext>
            </a:extLst>
          </p:cNvPr>
          <p:cNvSpPr/>
          <p:nvPr userDrawn="1"/>
        </p:nvSpPr>
        <p:spPr>
          <a:xfrm>
            <a:off x="5150156" y="5261378"/>
            <a:ext cx="1455521" cy="1266696"/>
          </a:xfrm>
          <a:prstGeom prst="hexagon">
            <a:avLst>
              <a:gd name="adj" fmla="val 28413"/>
              <a:gd name="vf" fmla="val 115470"/>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Hexagon 21">
            <a:extLst>
              <a:ext uri="{FF2B5EF4-FFF2-40B4-BE49-F238E27FC236}">
                <a16:creationId xmlns:a16="http://schemas.microsoft.com/office/drawing/2014/main" id="{99956147-4454-5EA6-FC9C-94C08EE35F28}"/>
              </a:ext>
            </a:extLst>
          </p:cNvPr>
          <p:cNvSpPr/>
          <p:nvPr userDrawn="1"/>
        </p:nvSpPr>
        <p:spPr>
          <a:xfrm>
            <a:off x="3948599" y="3206642"/>
            <a:ext cx="1455521" cy="1266696"/>
          </a:xfrm>
          <a:prstGeom prst="hexagon">
            <a:avLst>
              <a:gd name="adj" fmla="val 28413"/>
              <a:gd name="vf" fmla="val 11547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2" name="Title 1">
            <a:extLst>
              <a:ext uri="{FF2B5EF4-FFF2-40B4-BE49-F238E27FC236}">
                <a16:creationId xmlns:a16="http://schemas.microsoft.com/office/drawing/2014/main" id="{4722C9EB-D452-B3DF-5219-160F48DE789C}"/>
              </a:ext>
            </a:extLst>
          </p:cNvPr>
          <p:cNvSpPr>
            <a:spLocks noGrp="1"/>
          </p:cNvSpPr>
          <p:nvPr>
            <p:ph type="title"/>
          </p:nvPr>
        </p:nvSpPr>
        <p:spPr>
          <a:xfrm>
            <a:off x="6035040" y="731520"/>
            <a:ext cx="5394960" cy="2103120"/>
          </a:xfrm>
        </p:spPr>
        <p:txBody>
          <a:bodyPr anchor="b">
            <a:normAutofit/>
          </a:bodyPr>
          <a:lstStyle/>
          <a:p>
            <a:r>
              <a:rPr lang="en-US"/>
              <a:t>Click to edit Master title style</a:t>
            </a:r>
            <a:endParaRPr lang="en-US" dirty="0"/>
          </a:p>
        </p:txBody>
      </p:sp>
      <p:sp>
        <p:nvSpPr>
          <p:cNvPr id="21" name="Content Placeholder 47" descr="Click icon to add picture">
            <a:extLst>
              <a:ext uri="{FF2B5EF4-FFF2-40B4-BE49-F238E27FC236}">
                <a16:creationId xmlns:a16="http://schemas.microsoft.com/office/drawing/2014/main" id="{B7E46D91-6194-E279-CAE3-425E21FD4A83}"/>
              </a:ext>
            </a:extLst>
          </p:cNvPr>
          <p:cNvSpPr>
            <a:spLocks noGrp="1"/>
          </p:cNvSpPr>
          <p:nvPr>
            <p:ph type="body" sz="quarter" idx="27"/>
          </p:nvPr>
        </p:nvSpPr>
        <p:spPr>
          <a:xfrm>
            <a:off x="6035040" y="3108960"/>
            <a:ext cx="5394960" cy="1879791"/>
          </a:xfrm>
          <a:prstGeom prst="rect">
            <a:avLst/>
          </a:prstGeom>
        </p:spPr>
        <p:txBody>
          <a:bodyPr anchor="t">
            <a:normAutofit/>
          </a:bodyPr>
          <a:lstStyle>
            <a:lvl1pPr marL="0" indent="0" algn="l">
              <a:lnSpc>
                <a:spcPct val="100000"/>
              </a:lnSpc>
              <a:buNone/>
              <a:defRPr sz="1800" b="0">
                <a:solidFill>
                  <a:schemeClr val="bg1"/>
                </a:solidFill>
              </a:defRPr>
            </a:lvl1pPr>
            <a:lvl2pPr>
              <a:defRPr sz="1000"/>
            </a:lvl2pPr>
            <a:lvl3pPr>
              <a:defRPr sz="900"/>
            </a:lvl3pPr>
            <a:lvl4pPr>
              <a:defRPr sz="800"/>
            </a:lvl4pPr>
            <a:lvl5pPr>
              <a:defRPr sz="800"/>
            </a:lvl5pPr>
          </a:lstStyle>
          <a:p>
            <a:pPr lvl="0"/>
            <a:r>
              <a:rPr lang="en-US" altLang="zh-CN"/>
              <a:t>Click to edit Master text styles</a:t>
            </a:r>
          </a:p>
        </p:txBody>
      </p:sp>
      <p:sp>
        <p:nvSpPr>
          <p:cNvPr id="40" name="Freeform 39">
            <a:extLst>
              <a:ext uri="{FF2B5EF4-FFF2-40B4-BE49-F238E27FC236}">
                <a16:creationId xmlns:a16="http://schemas.microsoft.com/office/drawing/2014/main" id="{E3C8467A-0A34-2A65-92FE-F12F6A3D84A6}"/>
              </a:ext>
            </a:extLst>
          </p:cNvPr>
          <p:cNvSpPr/>
          <p:nvPr userDrawn="1"/>
        </p:nvSpPr>
        <p:spPr>
          <a:xfrm>
            <a:off x="-6538" y="1815084"/>
            <a:ext cx="697438" cy="1266696"/>
          </a:xfrm>
          <a:custGeom>
            <a:avLst/>
            <a:gdLst>
              <a:gd name="connsiteX0" fmla="*/ 0 w 732607"/>
              <a:gd name="connsiteY0" fmla="*/ 0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0" fmla="*/ 43961 w 732607"/>
              <a:gd name="connsiteY0" fmla="*/ 8793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5" fmla="*/ 43961 w 732607"/>
              <a:gd name="connsiteY5" fmla="*/ 8793 h 1266696"/>
              <a:gd name="connsiteX0" fmla="*/ 8792 w 697438"/>
              <a:gd name="connsiteY0" fmla="*/ 8793 h 1266696"/>
              <a:gd name="connsiteX1" fmla="*/ 337532 w 697438"/>
              <a:gd name="connsiteY1" fmla="*/ 0 h 1266696"/>
              <a:gd name="connsiteX2" fmla="*/ 697438 w 697438"/>
              <a:gd name="connsiteY2" fmla="*/ 633348 h 1266696"/>
              <a:gd name="connsiteX3" fmla="*/ 337532 w 697438"/>
              <a:gd name="connsiteY3" fmla="*/ 1266696 h 1266696"/>
              <a:gd name="connsiteX4" fmla="*/ 0 w 697438"/>
              <a:gd name="connsiteY4" fmla="*/ 1266696 h 1266696"/>
              <a:gd name="connsiteX5" fmla="*/ 8792 w 697438"/>
              <a:gd name="connsiteY5" fmla="*/ 8793 h 126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7438" h="1266696">
                <a:moveTo>
                  <a:pt x="8792" y="8793"/>
                </a:moveTo>
                <a:lnTo>
                  <a:pt x="337532" y="0"/>
                </a:lnTo>
                <a:lnTo>
                  <a:pt x="697438" y="633348"/>
                </a:lnTo>
                <a:lnTo>
                  <a:pt x="337532" y="1266696"/>
                </a:lnTo>
                <a:lnTo>
                  <a:pt x="0" y="1266696"/>
                </a:lnTo>
                <a:cubicBezTo>
                  <a:pt x="0" y="844464"/>
                  <a:pt x="8792" y="431025"/>
                  <a:pt x="8792" y="8793"/>
                </a:cubicBezTo>
                <a:close/>
              </a:path>
            </a:pathLst>
          </a:custGeom>
          <a:noFill/>
          <a:ln w="1905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147334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4" name="Content placeholder 47">
            <a:extLst>
              <a:ext uri="{FF2B5EF4-FFF2-40B4-BE49-F238E27FC236}">
                <a16:creationId xmlns:a16="http://schemas.microsoft.com/office/drawing/2014/main" id="{28B6388A-37D2-4382-A7FC-9B9A76BDE84D}"/>
              </a:ext>
            </a:extLst>
          </p:cNvPr>
          <p:cNvSpPr>
            <a:spLocks noGrp="1"/>
          </p:cNvSpPr>
          <p:nvPr>
            <p:ph type="sldNum" sz="quarter" idx="4"/>
          </p:nvPr>
        </p:nvSpPr>
        <p:spPr>
          <a:xfrm>
            <a:off x="11194169" y="6217920"/>
            <a:ext cx="458592" cy="365125"/>
          </a:xfrm>
          <a:prstGeom prst="rect">
            <a:avLst/>
          </a:prstGeom>
        </p:spPr>
        <p:txBody>
          <a:bodyPr vert="horz" lIns="91440" tIns="45720" rIns="91440" bIns="45720" rtlCol="0" anchor="ctr">
            <a:noAutofit/>
          </a:bodyPr>
          <a:lstStyle>
            <a:lvl1pPr algn="ctr">
              <a:defRPr sz="1200">
                <a:solidFill>
                  <a:schemeClr val="bg1"/>
                </a:solidFill>
                <a:latin typeface="+mn-lt"/>
              </a:defRPr>
            </a:lvl1pPr>
          </a:lstStyle>
          <a:p>
            <a:fld id="{47FEACEE-25B4-4A2D-B147-27296E36371D}" type="slidenum">
              <a:rPr lang="en-US" altLang="zh-CN" noProof="0" smtClean="0"/>
              <a:pPr/>
              <a:t>‹#›</a:t>
            </a:fld>
            <a:endParaRPr lang="en-US" altLang="zh-CN" noProof="0" dirty="0"/>
          </a:p>
        </p:txBody>
      </p:sp>
      <p:sp>
        <p:nvSpPr>
          <p:cNvPr id="6" name="Text Placeholder 2">
            <a:extLst>
              <a:ext uri="{FF2B5EF4-FFF2-40B4-BE49-F238E27FC236}">
                <a16:creationId xmlns:a16="http://schemas.microsoft.com/office/drawing/2014/main" id="{18CB8A3D-9A54-FD7C-F6A5-B33E6C891A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Title Placeholder 4">
            <a:extLst>
              <a:ext uri="{FF2B5EF4-FFF2-40B4-BE49-F238E27FC236}">
                <a16:creationId xmlns:a16="http://schemas.microsoft.com/office/drawing/2014/main" id="{F38A7675-78A2-B642-22AF-B98514C68B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noProof="0"/>
              <a:t>Click to edit Master title style</a:t>
            </a:r>
          </a:p>
        </p:txBody>
      </p:sp>
      <p:sp>
        <p:nvSpPr>
          <p:cNvPr id="8" name="Footer Placeholder 7">
            <a:extLst>
              <a:ext uri="{FF2B5EF4-FFF2-40B4-BE49-F238E27FC236}">
                <a16:creationId xmlns:a16="http://schemas.microsoft.com/office/drawing/2014/main" id="{C176125D-E69D-E2ED-1549-3D67DBD487E0}"/>
              </a:ext>
            </a:extLst>
          </p:cNvPr>
          <p:cNvSpPr>
            <a:spLocks noGrp="1"/>
          </p:cNvSpPr>
          <p:nvPr>
            <p:ph type="ftr" sz="quarter" idx="3"/>
          </p:nvPr>
        </p:nvSpPr>
        <p:spPr>
          <a:xfrm>
            <a:off x="914400" y="6217920"/>
            <a:ext cx="4114800" cy="365125"/>
          </a:xfrm>
          <a:prstGeom prst="rect">
            <a:avLst/>
          </a:prstGeom>
        </p:spPr>
        <p:txBody>
          <a:bodyPr vert="horz" lIns="91440" tIns="45720" rIns="91440" bIns="45720" rtlCol="0" anchor="ctr">
            <a:noAutofit/>
          </a:bodyPr>
          <a:lstStyle>
            <a:lvl1pPr algn="l">
              <a:defRPr sz="1200">
                <a:solidFill>
                  <a:schemeClr val="bg1"/>
                </a:solidFill>
                <a:latin typeface="+mn-lt"/>
              </a:defRPr>
            </a:lvl1pPr>
          </a:lstStyle>
          <a:p>
            <a:endParaRPr lang="en-US" noProof="0" dirty="0"/>
          </a:p>
        </p:txBody>
      </p:sp>
    </p:spTree>
    <p:extLst>
      <p:ext uri="{BB962C8B-B14F-4D97-AF65-F5344CB8AC3E}">
        <p14:creationId xmlns:p14="http://schemas.microsoft.com/office/powerpoint/2010/main" val="2020574204"/>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4" r:id="rId3"/>
    <p:sldLayoutId id="2147483670" r:id="rId4"/>
    <p:sldLayoutId id="2147483669" r:id="rId5"/>
    <p:sldLayoutId id="2147483655" r:id="rId6"/>
    <p:sldLayoutId id="2147483651" r:id="rId7"/>
    <p:sldLayoutId id="2147483662" r:id="rId8"/>
    <p:sldLayoutId id="2147483653" r:id="rId9"/>
    <p:sldLayoutId id="2147483663" r:id="rId10"/>
    <p:sldLayoutId id="2147483665" r:id="rId11"/>
  </p:sldLayoutIdLst>
  <p:hf hdr="0" ftr="0" dt="0"/>
  <p:txStyles>
    <p:titleStyle>
      <a:lvl1pPr algn="l" defTabSz="914400" rtl="0" eaLnBrk="1" latinLnBrk="0" hangingPunct="1">
        <a:lnSpc>
          <a:spcPct val="90000"/>
        </a:lnSpc>
        <a:spcBef>
          <a:spcPct val="0"/>
        </a:spcBef>
        <a:buNone/>
        <a:defRPr sz="4400" b="1" kern="1200">
          <a:solidFill>
            <a:schemeClr val="bg1"/>
          </a:solidFill>
          <a:latin typeface="+mj-lt"/>
          <a:ea typeface="+mj-ea"/>
          <a:cs typeface="+mj-cs"/>
        </a:defRPr>
      </a:lvl1pPr>
    </p:titleStyle>
    <p:bodyStyle>
      <a:lvl1pPr marL="347472"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1pPr>
      <a:lvl2pPr marL="73152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2pPr>
      <a:lvl3pPr marL="109728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3pPr>
      <a:lvl4pPr marL="146304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32" userDrawn="1">
          <p15:clr>
            <a:srgbClr val="F26B43"/>
          </p15:clr>
        </p15:guide>
        <p15:guide id="2" pos="3840" userDrawn="1">
          <p15:clr>
            <a:srgbClr val="F26B43"/>
          </p15:clr>
        </p15:guide>
        <p15:guide id="3" pos="5640" userDrawn="1">
          <p15:clr>
            <a:srgbClr val="F26B43"/>
          </p15:clr>
        </p15:guide>
        <p15:guide id="4" pos="1656" userDrawn="1">
          <p15:clr>
            <a:srgbClr val="F26B43"/>
          </p15:clr>
        </p15:guide>
        <p15:guide id="5" pos="52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3A3B864-5E85-99D2-93E5-5CA1F4F35DC7}"/>
              </a:ext>
            </a:extLst>
          </p:cNvPr>
          <p:cNvSpPr>
            <a:spLocks noGrp="1"/>
          </p:cNvSpPr>
          <p:nvPr>
            <p:ph type="title"/>
          </p:nvPr>
        </p:nvSpPr>
        <p:spPr>
          <a:xfrm>
            <a:off x="1144292" y="731520"/>
            <a:ext cx="5029200" cy="3291840"/>
          </a:xfrm>
        </p:spPr>
        <p:txBody>
          <a:bodyPr lIns="0" anchor="b" anchorCtr="0"/>
          <a:lstStyle/>
          <a:p>
            <a:r>
              <a:rPr lang="en-US" dirty="0"/>
              <a:t>New Aviation Fleet Acquisition Risk Analysis</a:t>
            </a:r>
          </a:p>
        </p:txBody>
      </p:sp>
      <p:sp>
        <p:nvSpPr>
          <p:cNvPr id="9" name="Text Placeholder 8">
            <a:extLst>
              <a:ext uri="{FF2B5EF4-FFF2-40B4-BE49-F238E27FC236}">
                <a16:creationId xmlns:a16="http://schemas.microsoft.com/office/drawing/2014/main" id="{485E0237-B9A1-0B58-E0AA-05EF84817EB4}"/>
              </a:ext>
            </a:extLst>
          </p:cNvPr>
          <p:cNvSpPr>
            <a:spLocks noGrp="1"/>
          </p:cNvSpPr>
          <p:nvPr>
            <p:ph type="body" sz="quarter" idx="28"/>
          </p:nvPr>
        </p:nvSpPr>
        <p:spPr>
          <a:xfrm>
            <a:off x="1260894" y="4172084"/>
            <a:ext cx="4912598" cy="914400"/>
          </a:xfrm>
        </p:spPr>
        <p:txBody>
          <a:bodyPr>
            <a:normAutofit fontScale="85000" lnSpcReduction="20000"/>
          </a:bodyPr>
          <a:lstStyle/>
          <a:p>
            <a:r>
              <a:rPr lang="en-US" dirty="0"/>
              <a:t>Prepared for: Executive Leadership &amp; Aviation Division</a:t>
            </a:r>
          </a:p>
          <a:p>
            <a:r>
              <a:rPr lang="en-US" dirty="0"/>
              <a:t>Prepared by : Mercy Apondi</a:t>
            </a:r>
          </a:p>
          <a:p>
            <a:endParaRPr lang="en-US" dirty="0"/>
          </a:p>
        </p:txBody>
      </p:sp>
      <p:pic>
        <p:nvPicPr>
          <p:cNvPr id="5" name="Picture Placeholder 4">
            <a:extLst>
              <a:ext uri="{FF2B5EF4-FFF2-40B4-BE49-F238E27FC236}">
                <a16:creationId xmlns:a16="http://schemas.microsoft.com/office/drawing/2014/main" id="{69933B31-07D9-EEF1-9047-A8186B8276DF}"/>
              </a:ext>
            </a:extLst>
          </p:cNvPr>
          <p:cNvPicPr>
            <a:picLocks noGrp="1" noChangeAspect="1"/>
          </p:cNvPicPr>
          <p:nvPr>
            <p:ph type="pic" sz="quarter" idx="47"/>
          </p:nvPr>
        </p:nvPicPr>
        <p:blipFill>
          <a:blip r:embed="rId3"/>
          <a:srcRect l="22596" r="22596"/>
          <a:stretch>
            <a:fillRect/>
          </a:stretch>
        </p:blipFill>
        <p:spPr>
          <a:xfrm>
            <a:off x="6742557" y="1052622"/>
            <a:ext cx="4405503" cy="4710225"/>
          </a:xfrm>
        </p:spPr>
      </p:pic>
    </p:spTree>
    <p:extLst>
      <p:ext uri="{BB962C8B-B14F-4D97-AF65-F5344CB8AC3E}">
        <p14:creationId xmlns:p14="http://schemas.microsoft.com/office/powerpoint/2010/main" val="3898447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F021C-3CEB-0FBA-DA89-C9C82E741BB3}"/>
              </a:ext>
            </a:extLst>
          </p:cNvPr>
          <p:cNvSpPr>
            <a:spLocks noGrp="1"/>
          </p:cNvSpPr>
          <p:nvPr>
            <p:ph type="title"/>
          </p:nvPr>
        </p:nvSpPr>
        <p:spPr>
          <a:xfrm>
            <a:off x="914400" y="3429000"/>
            <a:ext cx="4206240" cy="2377440"/>
          </a:xfrm>
        </p:spPr>
        <p:txBody>
          <a:bodyPr anchor="t" anchorCtr="0"/>
          <a:lstStyle/>
          <a:p>
            <a:r>
              <a:rPr lang="en-US" dirty="0"/>
              <a:t>BEGINNING</a:t>
            </a:r>
          </a:p>
        </p:txBody>
      </p:sp>
      <p:sp>
        <p:nvSpPr>
          <p:cNvPr id="3" name="Text Placeholder 2">
            <a:extLst>
              <a:ext uri="{FF2B5EF4-FFF2-40B4-BE49-F238E27FC236}">
                <a16:creationId xmlns:a16="http://schemas.microsoft.com/office/drawing/2014/main" id="{3C6746B3-AFD9-641E-7CBF-9A783646B368}"/>
              </a:ext>
            </a:extLst>
          </p:cNvPr>
          <p:cNvSpPr>
            <a:spLocks noGrp="1"/>
          </p:cNvSpPr>
          <p:nvPr>
            <p:ph sz="quarter" idx="35"/>
          </p:nvPr>
        </p:nvSpPr>
        <p:spPr>
          <a:xfrm>
            <a:off x="5394325" y="3429000"/>
            <a:ext cx="3475038" cy="2378075"/>
          </a:xfrm>
        </p:spPr>
        <p:txBody>
          <a:bodyPr anchor="t" anchorCtr="0"/>
          <a:lstStyle/>
          <a:p>
            <a:r>
              <a:rPr lang="en-US" dirty="0"/>
              <a:t>Overview</a:t>
            </a:r>
          </a:p>
          <a:p>
            <a:r>
              <a:rPr lang="en-US" dirty="0"/>
              <a:t>Business Understanding</a:t>
            </a:r>
          </a:p>
        </p:txBody>
      </p:sp>
      <p:sp>
        <p:nvSpPr>
          <p:cNvPr id="4" name="Slide Number Placeholder 3">
            <a:extLst>
              <a:ext uri="{FF2B5EF4-FFF2-40B4-BE49-F238E27FC236}">
                <a16:creationId xmlns:a16="http://schemas.microsoft.com/office/drawing/2014/main" id="{5D559569-83D5-A20B-653C-B9D6C8D98164}"/>
              </a:ext>
            </a:extLst>
          </p:cNvPr>
          <p:cNvSpPr>
            <a:spLocks noGrp="1"/>
          </p:cNvSpPr>
          <p:nvPr>
            <p:ph type="sldNum" sz="quarter" idx="34"/>
          </p:nvPr>
        </p:nvSpPr>
        <p:spPr/>
        <p:txBody>
          <a:bodyPr/>
          <a:lstStyle/>
          <a:p>
            <a:fld id="{47FEACEE-25B4-4A2D-B147-27296E36371D}" type="slidenum">
              <a:rPr lang="en-US" altLang="zh-CN" noProof="0" smtClean="0"/>
              <a:pPr/>
              <a:t>2</a:t>
            </a:fld>
            <a:endParaRPr lang="en-US" altLang="zh-CN" noProof="0" dirty="0"/>
          </a:p>
        </p:txBody>
      </p:sp>
    </p:spTree>
    <p:extLst>
      <p:ext uri="{BB962C8B-B14F-4D97-AF65-F5344CB8AC3E}">
        <p14:creationId xmlns:p14="http://schemas.microsoft.com/office/powerpoint/2010/main" val="14850807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2A73C-F597-27B7-8F29-D6406DC4DB9A}"/>
              </a:ext>
            </a:extLst>
          </p:cNvPr>
          <p:cNvSpPr>
            <a:spLocks noGrp="1"/>
          </p:cNvSpPr>
          <p:nvPr>
            <p:ph type="title"/>
          </p:nvPr>
        </p:nvSpPr>
        <p:spPr>
          <a:xfrm>
            <a:off x="5998464" y="510364"/>
            <a:ext cx="5029200" cy="680484"/>
          </a:xfrm>
        </p:spPr>
        <p:txBody>
          <a:bodyPr lIns="0" anchor="b" anchorCtr="0">
            <a:normAutofit/>
          </a:bodyPr>
          <a:lstStyle/>
          <a:p>
            <a:pPr algn="ctr"/>
            <a:r>
              <a:rPr lang="en-US" sz="4000" dirty="0"/>
              <a:t>OVERVIEW</a:t>
            </a:r>
          </a:p>
        </p:txBody>
      </p:sp>
      <p:sp>
        <p:nvSpPr>
          <p:cNvPr id="3" name="Text Placeholder 2">
            <a:extLst>
              <a:ext uri="{FF2B5EF4-FFF2-40B4-BE49-F238E27FC236}">
                <a16:creationId xmlns:a16="http://schemas.microsoft.com/office/drawing/2014/main" id="{AC190503-C2C6-37F4-4636-9B4A8A3DE4EB}"/>
              </a:ext>
            </a:extLst>
          </p:cNvPr>
          <p:cNvSpPr>
            <a:spLocks noGrp="1"/>
          </p:cNvSpPr>
          <p:nvPr>
            <p:ph type="body" sz="quarter" idx="28"/>
          </p:nvPr>
        </p:nvSpPr>
        <p:spPr>
          <a:xfrm>
            <a:off x="6117336" y="1190848"/>
            <a:ext cx="4910328" cy="5029199"/>
          </a:xfrm>
        </p:spPr>
        <p:txBody>
          <a:bodyPr>
            <a:noAutofit/>
          </a:bodyPr>
          <a:lstStyle/>
          <a:p>
            <a:r>
              <a:rPr lang="en-US" sz="1400" dirty="0"/>
              <a:t>The goal of this analysis is to help the company enter the aviation sector by identifying low-risk fleet using historical accident data from the National Transportation Safety Board (NTSB).</a:t>
            </a:r>
          </a:p>
          <a:p>
            <a:r>
              <a:rPr lang="en-US" sz="1400" dirty="0"/>
              <a:t>This is how this study has been achieved:</a:t>
            </a:r>
          </a:p>
          <a:p>
            <a:r>
              <a:rPr lang="en-US" sz="1400" dirty="0"/>
              <a:t>-Analyze 60 years of aircraft accident reports.</a:t>
            </a:r>
          </a:p>
          <a:p>
            <a:r>
              <a:rPr lang="en-US" sz="1400" dirty="0"/>
              <a:t>-Evaluate risk based on: </a:t>
            </a:r>
          </a:p>
          <a:p>
            <a:r>
              <a:rPr lang="en-US" sz="1400" dirty="0"/>
              <a:t>	-Air Craft Category</a:t>
            </a:r>
          </a:p>
          <a:p>
            <a:r>
              <a:rPr lang="en-US" sz="1400" dirty="0"/>
              <a:t>	-Engine Type and No. of Engines</a:t>
            </a:r>
          </a:p>
          <a:p>
            <a:r>
              <a:rPr lang="en-US" sz="1400" dirty="0"/>
              <a:t>	- Make (Manufacturer)</a:t>
            </a:r>
          </a:p>
          <a:p>
            <a:r>
              <a:rPr lang="en-US" sz="1400" dirty="0"/>
              <a:t>	-Injury Severity</a:t>
            </a:r>
          </a:p>
          <a:p>
            <a:r>
              <a:rPr lang="en-US" sz="1400" dirty="0"/>
              <a:t>	-Aircraft Damage Outcomes</a:t>
            </a:r>
          </a:p>
          <a:p>
            <a:r>
              <a:rPr lang="en-US" sz="1400" dirty="0"/>
              <a:t>- Finally, Generate three insights tied to business recommendation. </a:t>
            </a:r>
          </a:p>
        </p:txBody>
      </p:sp>
    </p:spTree>
    <p:extLst>
      <p:ext uri="{BB962C8B-B14F-4D97-AF65-F5344CB8AC3E}">
        <p14:creationId xmlns:p14="http://schemas.microsoft.com/office/powerpoint/2010/main" val="35301119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914400" y="2487168"/>
            <a:ext cx="4572000" cy="1085372"/>
          </a:xfrm>
          <a:noFill/>
        </p:spPr>
        <p:txBody>
          <a:bodyPr anchor="t" anchorCtr="0">
            <a:noAutofit/>
          </a:bodyPr>
          <a:lstStyle/>
          <a:p>
            <a:r>
              <a:rPr lang="en-US" dirty="0"/>
              <a:t>BUSINESS UNDERSTANDING</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6217920" y="1796903"/>
            <a:ext cx="5029200" cy="4421018"/>
          </a:xfrm>
          <a:noFill/>
        </p:spPr>
        <p:txBody>
          <a:bodyPr>
            <a:normAutofit fontScale="92500" lnSpcReduction="10000"/>
          </a:bodyPr>
          <a:lstStyle/>
          <a:p>
            <a:pPr marL="0" indent="0">
              <a:buNone/>
            </a:pPr>
            <a:r>
              <a:rPr lang="en-US" dirty="0"/>
              <a:t>Our Company wants to Invest in Aircraft for commercial and Private Operations. Before purchasing Aircraft, Leaders need to Understand:</a:t>
            </a:r>
          </a:p>
          <a:p>
            <a:pPr>
              <a:buFontTx/>
              <a:buChar char="-"/>
            </a:pPr>
            <a:r>
              <a:rPr lang="en-US" dirty="0"/>
              <a:t>Which Aircrafts Historically have the lowest accident and fatality rates.</a:t>
            </a:r>
          </a:p>
          <a:p>
            <a:pPr>
              <a:buFontTx/>
              <a:buChar char="-"/>
            </a:pPr>
            <a:r>
              <a:rPr lang="en-US" dirty="0"/>
              <a:t>Whether Engine type or number of Engines affect Safety.</a:t>
            </a:r>
          </a:p>
          <a:p>
            <a:pPr>
              <a:buFontTx/>
              <a:buChar char="-"/>
            </a:pPr>
            <a:r>
              <a:rPr lang="en-US" dirty="0"/>
              <a:t>Which Manufacturers have historically safer aircraft.</a:t>
            </a:r>
          </a:p>
          <a:p>
            <a:pPr>
              <a:buFontTx/>
              <a:buChar char="-"/>
            </a:pPr>
            <a:r>
              <a:rPr lang="en-US" dirty="0"/>
              <a:t>What type of accidents typically lead to severe injuries or total aircraft loss.</a:t>
            </a:r>
          </a:p>
          <a:p>
            <a:pPr marL="0" indent="0">
              <a:buNone/>
            </a:pPr>
            <a:r>
              <a:rPr lang="en-US" dirty="0"/>
              <a:t>BUSINESS QUESTION</a:t>
            </a:r>
          </a:p>
          <a:p>
            <a:pPr marL="0" indent="0">
              <a:buNone/>
            </a:pPr>
            <a:r>
              <a:rPr lang="en-US" dirty="0"/>
              <a:t>Which aircrafts generally in regards to type and specifications pose a low risk of operation for our proposed new aviation business?</a:t>
            </a:r>
          </a:p>
          <a:p>
            <a:pPr marL="0" indent="0">
              <a:buNone/>
            </a:pPr>
            <a:endParaRPr lang="en-US" dirty="0"/>
          </a:p>
        </p:txBody>
      </p:sp>
      <p:sp>
        <p:nvSpPr>
          <p:cNvPr id="4" name="Slide Number Placeholder 3">
            <a:extLst>
              <a:ext uri="{FF2B5EF4-FFF2-40B4-BE49-F238E27FC236}">
                <a16:creationId xmlns:a16="http://schemas.microsoft.com/office/drawing/2014/main" id="{14D4AF3B-CC38-C6F7-1058-2FC5EE48D7F2}"/>
              </a:ext>
            </a:extLst>
          </p:cNvPr>
          <p:cNvSpPr>
            <a:spLocks noGrp="1"/>
          </p:cNvSpPr>
          <p:nvPr>
            <p:ph type="sldNum" sz="quarter" idx="12"/>
          </p:nvPr>
        </p:nvSpPr>
        <p:spPr/>
        <p:txBody>
          <a:bodyPr/>
          <a:lstStyle/>
          <a:p>
            <a:fld id="{69E57DC2-970A-4B3E-BB1C-7A09969E49DF}" type="slidenum">
              <a:rPr lang="en-US" smtClean="0"/>
              <a:t>4</a:t>
            </a:fld>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F021C-3CEB-0FBA-DA89-C9C82E741BB3}"/>
              </a:ext>
            </a:extLst>
          </p:cNvPr>
          <p:cNvSpPr>
            <a:spLocks noGrp="1"/>
          </p:cNvSpPr>
          <p:nvPr>
            <p:ph type="title"/>
          </p:nvPr>
        </p:nvSpPr>
        <p:spPr>
          <a:xfrm>
            <a:off x="914400" y="3429000"/>
            <a:ext cx="4206240" cy="1121735"/>
          </a:xfrm>
        </p:spPr>
        <p:txBody>
          <a:bodyPr anchor="t" anchorCtr="0"/>
          <a:lstStyle/>
          <a:p>
            <a:r>
              <a:rPr lang="en-US" sz="4000" dirty="0"/>
              <a:t>MIDDLE</a:t>
            </a:r>
          </a:p>
        </p:txBody>
      </p:sp>
      <p:sp>
        <p:nvSpPr>
          <p:cNvPr id="3" name="Text Placeholder 2">
            <a:extLst>
              <a:ext uri="{FF2B5EF4-FFF2-40B4-BE49-F238E27FC236}">
                <a16:creationId xmlns:a16="http://schemas.microsoft.com/office/drawing/2014/main" id="{3C6746B3-AFD9-641E-7CBF-9A783646B368}"/>
              </a:ext>
            </a:extLst>
          </p:cNvPr>
          <p:cNvSpPr>
            <a:spLocks noGrp="1"/>
          </p:cNvSpPr>
          <p:nvPr>
            <p:ph sz="quarter" idx="35"/>
          </p:nvPr>
        </p:nvSpPr>
        <p:spPr>
          <a:xfrm>
            <a:off x="5394325" y="3429000"/>
            <a:ext cx="3475038" cy="2378075"/>
          </a:xfrm>
        </p:spPr>
        <p:txBody>
          <a:bodyPr anchor="t" anchorCtr="0"/>
          <a:lstStyle/>
          <a:p>
            <a:r>
              <a:rPr lang="en-US" dirty="0"/>
              <a:t>Data Understanding</a:t>
            </a:r>
          </a:p>
          <a:p>
            <a:r>
              <a:rPr lang="en-US" dirty="0"/>
              <a:t>Data Analysis</a:t>
            </a:r>
          </a:p>
        </p:txBody>
      </p:sp>
      <p:sp>
        <p:nvSpPr>
          <p:cNvPr id="4" name="Slide Number Placeholder 3">
            <a:extLst>
              <a:ext uri="{FF2B5EF4-FFF2-40B4-BE49-F238E27FC236}">
                <a16:creationId xmlns:a16="http://schemas.microsoft.com/office/drawing/2014/main" id="{5D559569-83D5-A20B-653C-B9D6C8D98164}"/>
              </a:ext>
            </a:extLst>
          </p:cNvPr>
          <p:cNvSpPr>
            <a:spLocks noGrp="1"/>
          </p:cNvSpPr>
          <p:nvPr>
            <p:ph type="sldNum" sz="quarter" idx="34"/>
          </p:nvPr>
        </p:nvSpPr>
        <p:spPr/>
        <p:txBody>
          <a:bodyPr/>
          <a:lstStyle/>
          <a:p>
            <a:fld id="{47FEACEE-25B4-4A2D-B147-27296E36371D}" type="slidenum">
              <a:rPr lang="en-US" altLang="zh-CN" noProof="0" smtClean="0"/>
              <a:pPr/>
              <a:t>5</a:t>
            </a:fld>
            <a:endParaRPr lang="en-US" altLang="zh-CN" noProof="0" dirty="0"/>
          </a:p>
        </p:txBody>
      </p:sp>
    </p:spTree>
    <p:extLst>
      <p:ext uri="{BB962C8B-B14F-4D97-AF65-F5344CB8AC3E}">
        <p14:creationId xmlns:p14="http://schemas.microsoft.com/office/powerpoint/2010/main" val="12915386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2A73C-F597-27B7-8F29-D6406DC4DB9A}"/>
              </a:ext>
            </a:extLst>
          </p:cNvPr>
          <p:cNvSpPr>
            <a:spLocks noGrp="1"/>
          </p:cNvSpPr>
          <p:nvPr>
            <p:ph type="title"/>
          </p:nvPr>
        </p:nvSpPr>
        <p:spPr>
          <a:xfrm>
            <a:off x="5998464" y="510364"/>
            <a:ext cx="5029200" cy="680484"/>
          </a:xfrm>
        </p:spPr>
        <p:txBody>
          <a:bodyPr lIns="0" anchor="b" anchorCtr="0">
            <a:normAutofit fontScale="90000"/>
          </a:bodyPr>
          <a:lstStyle/>
          <a:p>
            <a:pPr algn="ctr"/>
            <a:r>
              <a:rPr lang="en-US" sz="4000" dirty="0"/>
              <a:t>DATA UNDERSTANDING</a:t>
            </a:r>
          </a:p>
        </p:txBody>
      </p:sp>
      <p:sp>
        <p:nvSpPr>
          <p:cNvPr id="3" name="Text Placeholder 2">
            <a:extLst>
              <a:ext uri="{FF2B5EF4-FFF2-40B4-BE49-F238E27FC236}">
                <a16:creationId xmlns:a16="http://schemas.microsoft.com/office/drawing/2014/main" id="{AC190503-C2C6-37F4-4636-9B4A8A3DE4EB}"/>
              </a:ext>
            </a:extLst>
          </p:cNvPr>
          <p:cNvSpPr>
            <a:spLocks noGrp="1"/>
          </p:cNvSpPr>
          <p:nvPr>
            <p:ph type="body" sz="quarter" idx="28"/>
          </p:nvPr>
        </p:nvSpPr>
        <p:spPr>
          <a:xfrm>
            <a:off x="6117336" y="1190848"/>
            <a:ext cx="4910328" cy="3710761"/>
          </a:xfrm>
        </p:spPr>
        <p:txBody>
          <a:bodyPr>
            <a:noAutofit/>
          </a:bodyPr>
          <a:lstStyle/>
          <a:p>
            <a:r>
              <a:rPr lang="en-US" sz="1600" dirty="0"/>
              <a:t>The Source of Data is a Dataset by National Transportation Safety Board, Aviation Accident Data (1962_2023).</a:t>
            </a:r>
          </a:p>
          <a:p>
            <a:endParaRPr lang="en-US" sz="1600" dirty="0"/>
          </a:p>
          <a:p>
            <a:r>
              <a:rPr lang="en-US" sz="1600" i="1" dirty="0"/>
              <a:t>Description of Data</a:t>
            </a:r>
          </a:p>
          <a:p>
            <a:r>
              <a:rPr lang="en-US" sz="1600" dirty="0"/>
              <a:t>The data typically contains records of incidents, aircraft operation, make, airports operated in, flight details and safety outcomes (fatal, serious ,injured, uninjured). The contributing factors to injuries for different types of aircrafts.</a:t>
            </a:r>
          </a:p>
          <a:p>
            <a:endParaRPr lang="en-US" sz="1600" dirty="0"/>
          </a:p>
        </p:txBody>
      </p:sp>
    </p:spTree>
    <p:extLst>
      <p:ext uri="{BB962C8B-B14F-4D97-AF65-F5344CB8AC3E}">
        <p14:creationId xmlns:p14="http://schemas.microsoft.com/office/powerpoint/2010/main" val="549577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2A73C-F597-27B7-8F29-D6406DC4DB9A}"/>
              </a:ext>
            </a:extLst>
          </p:cNvPr>
          <p:cNvSpPr>
            <a:spLocks noGrp="1"/>
          </p:cNvSpPr>
          <p:nvPr>
            <p:ph type="title"/>
          </p:nvPr>
        </p:nvSpPr>
        <p:spPr>
          <a:xfrm>
            <a:off x="5998464" y="510364"/>
            <a:ext cx="5029200" cy="680484"/>
          </a:xfrm>
        </p:spPr>
        <p:txBody>
          <a:bodyPr lIns="0" anchor="b" anchorCtr="0">
            <a:normAutofit/>
          </a:bodyPr>
          <a:lstStyle/>
          <a:p>
            <a:pPr algn="ctr"/>
            <a:r>
              <a:rPr lang="en-US" sz="4000" dirty="0"/>
              <a:t>DATA ANALYSIS</a:t>
            </a:r>
          </a:p>
        </p:txBody>
      </p:sp>
      <p:sp>
        <p:nvSpPr>
          <p:cNvPr id="3" name="Text Placeholder 2">
            <a:extLst>
              <a:ext uri="{FF2B5EF4-FFF2-40B4-BE49-F238E27FC236}">
                <a16:creationId xmlns:a16="http://schemas.microsoft.com/office/drawing/2014/main" id="{AC190503-C2C6-37F4-4636-9B4A8A3DE4EB}"/>
              </a:ext>
            </a:extLst>
          </p:cNvPr>
          <p:cNvSpPr>
            <a:spLocks noGrp="1"/>
          </p:cNvSpPr>
          <p:nvPr>
            <p:ph type="body" sz="quarter" idx="28"/>
          </p:nvPr>
        </p:nvSpPr>
        <p:spPr>
          <a:xfrm>
            <a:off x="6117336" y="1190848"/>
            <a:ext cx="4910328" cy="3710761"/>
          </a:xfrm>
        </p:spPr>
        <p:txBody>
          <a:bodyPr>
            <a:noAutofit/>
          </a:bodyPr>
          <a:lstStyle/>
          <a:p>
            <a:r>
              <a:rPr lang="en-US" sz="1600" dirty="0"/>
              <a:t>To  Evaluate Aircraft Safety, we came up with the following conclusions to help determine which best Makes of Aircraft to purchase and their risk factors levels.</a:t>
            </a:r>
          </a:p>
          <a:p>
            <a:r>
              <a:rPr lang="en-US" sz="1600" dirty="0"/>
              <a:t>	-Top 10 Makes with the Lowest Average Fatal Injuries per record.</a:t>
            </a:r>
          </a:p>
          <a:p>
            <a:r>
              <a:rPr lang="en-US" sz="1600" dirty="0"/>
              <a:t>	- Worst 10 Makes by proportion of Accidents with Fatalities.</a:t>
            </a:r>
          </a:p>
          <a:p>
            <a:r>
              <a:rPr lang="en-US" sz="1600" dirty="0"/>
              <a:t>	- Average Fatal Injuries by Aircraft Category</a:t>
            </a:r>
          </a:p>
          <a:p>
            <a:endParaRPr lang="en-US" sz="1600" dirty="0"/>
          </a:p>
        </p:txBody>
      </p:sp>
    </p:spTree>
    <p:extLst>
      <p:ext uri="{BB962C8B-B14F-4D97-AF65-F5344CB8AC3E}">
        <p14:creationId xmlns:p14="http://schemas.microsoft.com/office/powerpoint/2010/main" val="3945189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A61EC-5F42-6AB8-DF35-480F070288EB}"/>
              </a:ext>
            </a:extLst>
          </p:cNvPr>
          <p:cNvSpPr>
            <a:spLocks noGrp="1"/>
          </p:cNvSpPr>
          <p:nvPr>
            <p:ph type="title"/>
          </p:nvPr>
        </p:nvSpPr>
        <p:spPr>
          <a:xfrm>
            <a:off x="1143000" y="2105247"/>
            <a:ext cx="5029200" cy="3923413"/>
          </a:xfrm>
        </p:spPr>
        <p:txBody>
          <a:bodyPr lIns="0" anchor="t" anchorCtr="0">
            <a:normAutofit/>
          </a:bodyPr>
          <a:lstStyle/>
          <a:p>
            <a:pPr algn="ctr"/>
            <a:r>
              <a:rPr lang="en-US" sz="2000" dirty="0"/>
              <a:t>Plot A: Top 10 Makes with Lowest Average Fatal Per Record</a:t>
            </a:r>
          </a:p>
        </p:txBody>
      </p:sp>
      <p:sp>
        <p:nvSpPr>
          <p:cNvPr id="3" name="Text Placeholder 2">
            <a:extLst>
              <a:ext uri="{FF2B5EF4-FFF2-40B4-BE49-F238E27FC236}">
                <a16:creationId xmlns:a16="http://schemas.microsoft.com/office/drawing/2014/main" id="{2A399339-FABF-04A2-4090-C38B947B2B8B}"/>
              </a:ext>
            </a:extLst>
          </p:cNvPr>
          <p:cNvSpPr>
            <a:spLocks noGrp="1"/>
          </p:cNvSpPr>
          <p:nvPr>
            <p:ph type="body" sz="quarter" idx="28"/>
          </p:nvPr>
        </p:nvSpPr>
        <p:spPr>
          <a:xfrm>
            <a:off x="1261872" y="914400"/>
            <a:ext cx="5029200" cy="627321"/>
          </a:xfrm>
        </p:spPr>
        <p:txBody>
          <a:bodyPr anchor="b" anchorCtr="0">
            <a:noAutofit/>
          </a:bodyPr>
          <a:lstStyle/>
          <a:p>
            <a:r>
              <a:rPr lang="en-US" sz="4400" dirty="0">
                <a:latin typeface="+mj-lt"/>
              </a:rPr>
              <a:t>Data Visualization from Analysis</a:t>
            </a:r>
          </a:p>
        </p:txBody>
      </p:sp>
      <p:pic>
        <p:nvPicPr>
          <p:cNvPr id="11" name="Picture 10">
            <a:extLst>
              <a:ext uri="{FF2B5EF4-FFF2-40B4-BE49-F238E27FC236}">
                <a16:creationId xmlns:a16="http://schemas.microsoft.com/office/drawing/2014/main" id="{591BD452-B6C0-D630-7B2E-2B1D8091522A}"/>
              </a:ext>
            </a:extLst>
          </p:cNvPr>
          <p:cNvPicPr>
            <a:picLocks noChangeAspect="1"/>
          </p:cNvPicPr>
          <p:nvPr/>
        </p:nvPicPr>
        <p:blipFill>
          <a:blip r:embed="rId2"/>
          <a:stretch>
            <a:fillRect/>
          </a:stretch>
        </p:blipFill>
        <p:spPr>
          <a:xfrm>
            <a:off x="196896" y="2825086"/>
            <a:ext cx="6724900" cy="3203574"/>
          </a:xfrm>
          <a:prstGeom prst="rect">
            <a:avLst/>
          </a:prstGeom>
        </p:spPr>
      </p:pic>
      <p:sp>
        <p:nvSpPr>
          <p:cNvPr id="18" name="TextBox 17">
            <a:extLst>
              <a:ext uri="{FF2B5EF4-FFF2-40B4-BE49-F238E27FC236}">
                <a16:creationId xmlns:a16="http://schemas.microsoft.com/office/drawing/2014/main" id="{277264E4-94A1-EA12-F759-D5BA5BC487CE}"/>
              </a:ext>
            </a:extLst>
          </p:cNvPr>
          <p:cNvSpPr txBox="1"/>
          <p:nvPr/>
        </p:nvSpPr>
        <p:spPr>
          <a:xfrm>
            <a:off x="8176436" y="680481"/>
            <a:ext cx="3593805" cy="5078313"/>
          </a:xfrm>
          <a:prstGeom prst="rect">
            <a:avLst/>
          </a:prstGeom>
        </p:spPr>
        <p:txBody>
          <a:bodyPr wrap="square" rtlCol="0">
            <a:spAutoFit/>
          </a:bodyPr>
          <a:lstStyle/>
          <a:p>
            <a:r>
              <a:rPr lang="en-US" dirty="0">
                <a:solidFill>
                  <a:schemeClr val="bg1"/>
                </a:solidFill>
              </a:rPr>
              <a:t>This bar chart ranks aircraft </a:t>
            </a:r>
            <a:r>
              <a:rPr lang="en-US" b="1" dirty="0">
                <a:solidFill>
                  <a:schemeClr val="bg1"/>
                </a:solidFill>
              </a:rPr>
              <a:t>manufacturers (make)</a:t>
            </a:r>
            <a:r>
              <a:rPr lang="en-US" dirty="0">
                <a:solidFill>
                  <a:schemeClr val="bg1"/>
                </a:solidFill>
              </a:rPr>
              <a:t> by their </a:t>
            </a:r>
            <a:r>
              <a:rPr lang="en-US" b="1" dirty="0">
                <a:solidFill>
                  <a:schemeClr val="bg1"/>
                </a:solidFill>
              </a:rPr>
              <a:t>average number of fatal injuries per incident</a:t>
            </a:r>
            <a:r>
              <a:rPr lang="en-US" dirty="0">
                <a:solidFill>
                  <a:schemeClr val="bg1"/>
                </a:solidFill>
              </a:rPr>
              <a:t>, focusing only on makes with a </a:t>
            </a:r>
            <a:r>
              <a:rPr lang="en-US" b="1" dirty="0">
                <a:solidFill>
                  <a:schemeClr val="bg1"/>
                </a:solidFill>
              </a:rPr>
              <a:t>sufficient number of records</a:t>
            </a:r>
            <a:r>
              <a:rPr lang="en-US" dirty="0">
                <a:solidFill>
                  <a:schemeClr val="bg1"/>
                </a:solidFill>
              </a:rPr>
              <a:t> (e.g., ≥30) to ensure reliability.</a:t>
            </a:r>
          </a:p>
          <a:p>
            <a:r>
              <a:rPr lang="en-US" dirty="0">
                <a:solidFill>
                  <a:schemeClr val="bg1"/>
                </a:solidFill>
              </a:rPr>
              <a:t>Aircraft makes at the </a:t>
            </a:r>
            <a:r>
              <a:rPr lang="en-US" b="1" dirty="0">
                <a:solidFill>
                  <a:schemeClr val="bg1"/>
                </a:solidFill>
              </a:rPr>
              <a:t>left (lowest bars)</a:t>
            </a:r>
            <a:r>
              <a:rPr lang="en-US" dirty="0">
                <a:solidFill>
                  <a:schemeClr val="bg1"/>
                </a:solidFill>
              </a:rPr>
              <a:t> demonstrate </a:t>
            </a:r>
            <a:r>
              <a:rPr lang="en-US" b="1" dirty="0">
                <a:solidFill>
                  <a:schemeClr val="bg1"/>
                </a:solidFill>
              </a:rPr>
              <a:t>consistently lower fatal outcomes</a:t>
            </a:r>
            <a:r>
              <a:rPr lang="en-US" dirty="0">
                <a:solidFill>
                  <a:schemeClr val="bg1"/>
                </a:solidFill>
              </a:rPr>
              <a:t> across many historical incidents. This indicates:</a:t>
            </a:r>
          </a:p>
          <a:p>
            <a:pPr>
              <a:buFont typeface="Arial" panose="020B0604020202020204" pitchFamily="34" charset="0"/>
              <a:buChar char="•"/>
            </a:pPr>
            <a:r>
              <a:rPr lang="en-US" dirty="0">
                <a:solidFill>
                  <a:schemeClr val="bg1"/>
                </a:solidFill>
              </a:rPr>
              <a:t>Better aircraft design robustness</a:t>
            </a:r>
          </a:p>
          <a:p>
            <a:pPr>
              <a:buFont typeface="Arial" panose="020B0604020202020204" pitchFamily="34" charset="0"/>
              <a:buChar char="•"/>
            </a:pPr>
            <a:r>
              <a:rPr lang="en-US" dirty="0">
                <a:solidFill>
                  <a:schemeClr val="bg1"/>
                </a:solidFill>
              </a:rPr>
              <a:t>More reliable systems</a:t>
            </a:r>
          </a:p>
          <a:p>
            <a:pPr>
              <a:buFont typeface="Arial" panose="020B0604020202020204" pitchFamily="34" charset="0"/>
              <a:buChar char="•"/>
            </a:pPr>
            <a:r>
              <a:rPr lang="en-US" dirty="0">
                <a:solidFill>
                  <a:schemeClr val="bg1"/>
                </a:solidFill>
              </a:rPr>
              <a:t>Stronger safety track records in real-world operations</a:t>
            </a:r>
          </a:p>
          <a:p>
            <a:pPr>
              <a:buFont typeface="Arial" panose="020B0604020202020204" pitchFamily="34" charset="0"/>
              <a:buChar char="•"/>
            </a:pPr>
            <a:endParaRPr lang="en-US" dirty="0">
              <a:solidFill>
                <a:schemeClr val="bg1"/>
              </a:solidFill>
            </a:endParaRPr>
          </a:p>
          <a:p>
            <a:pPr marL="0" indent="0" algn="ctr">
              <a:lnSpc>
                <a:spcPct val="100000"/>
              </a:lnSpc>
              <a:spcBef>
                <a:spcPts val="0"/>
              </a:spcBef>
              <a:buFontTx/>
              <a:buNone/>
            </a:pPr>
            <a:endParaRPr lang="en-US" sz="1800" dirty="0">
              <a:solidFill>
                <a:prstClr val="white"/>
              </a:solidFill>
              <a:latin typeface="Posterama" panose="020B0504020200020000" pitchFamily="34" charset="0"/>
              <a:ea typeface="微软雅黑"/>
              <a:cs typeface="Posterama" panose="020B0504020200020000" pitchFamily="34" charset="0"/>
            </a:endParaRPr>
          </a:p>
        </p:txBody>
      </p:sp>
    </p:spTree>
    <p:extLst>
      <p:ext uri="{BB962C8B-B14F-4D97-AF65-F5344CB8AC3E}">
        <p14:creationId xmlns:p14="http://schemas.microsoft.com/office/powerpoint/2010/main" val="2735087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A61EC-5F42-6AB8-DF35-480F070288EB}"/>
              </a:ext>
            </a:extLst>
          </p:cNvPr>
          <p:cNvSpPr>
            <a:spLocks noGrp="1"/>
          </p:cNvSpPr>
          <p:nvPr>
            <p:ph type="title"/>
          </p:nvPr>
        </p:nvSpPr>
        <p:spPr>
          <a:xfrm>
            <a:off x="1143000" y="1711843"/>
            <a:ext cx="5029200" cy="925031"/>
          </a:xfrm>
        </p:spPr>
        <p:txBody>
          <a:bodyPr lIns="0" anchor="t" anchorCtr="0">
            <a:normAutofit/>
          </a:bodyPr>
          <a:lstStyle/>
          <a:p>
            <a:pPr algn="ctr"/>
            <a:r>
              <a:rPr lang="en-US" sz="2000" dirty="0"/>
              <a:t>Plot B: Worst 10 Makes by proportion of Accidents with Fatalities</a:t>
            </a:r>
          </a:p>
        </p:txBody>
      </p:sp>
      <p:sp>
        <p:nvSpPr>
          <p:cNvPr id="3" name="Text Placeholder 2">
            <a:extLst>
              <a:ext uri="{FF2B5EF4-FFF2-40B4-BE49-F238E27FC236}">
                <a16:creationId xmlns:a16="http://schemas.microsoft.com/office/drawing/2014/main" id="{2A399339-FABF-04A2-4090-C38B947B2B8B}"/>
              </a:ext>
            </a:extLst>
          </p:cNvPr>
          <p:cNvSpPr>
            <a:spLocks noGrp="1"/>
          </p:cNvSpPr>
          <p:nvPr>
            <p:ph type="body" sz="quarter" idx="28"/>
          </p:nvPr>
        </p:nvSpPr>
        <p:spPr>
          <a:xfrm>
            <a:off x="1261872" y="914400"/>
            <a:ext cx="5029200" cy="627321"/>
          </a:xfrm>
        </p:spPr>
        <p:txBody>
          <a:bodyPr anchor="b" anchorCtr="0">
            <a:noAutofit/>
          </a:bodyPr>
          <a:lstStyle/>
          <a:p>
            <a:r>
              <a:rPr lang="en-US" sz="4400" dirty="0">
                <a:latin typeface="+mj-lt"/>
              </a:rPr>
              <a:t>Data Visualization from Analysis</a:t>
            </a:r>
          </a:p>
        </p:txBody>
      </p:sp>
      <p:pic>
        <p:nvPicPr>
          <p:cNvPr id="5" name="Picture 4">
            <a:extLst>
              <a:ext uri="{FF2B5EF4-FFF2-40B4-BE49-F238E27FC236}">
                <a16:creationId xmlns:a16="http://schemas.microsoft.com/office/drawing/2014/main" id="{83E5D184-FC40-038B-7636-41C8585177D1}"/>
              </a:ext>
            </a:extLst>
          </p:cNvPr>
          <p:cNvPicPr>
            <a:picLocks noChangeAspect="1"/>
          </p:cNvPicPr>
          <p:nvPr/>
        </p:nvPicPr>
        <p:blipFill>
          <a:blip r:embed="rId2"/>
          <a:stretch>
            <a:fillRect/>
          </a:stretch>
        </p:blipFill>
        <p:spPr>
          <a:xfrm>
            <a:off x="120254" y="3168360"/>
            <a:ext cx="7141784" cy="2860300"/>
          </a:xfrm>
          <a:prstGeom prst="rect">
            <a:avLst/>
          </a:prstGeom>
        </p:spPr>
      </p:pic>
      <p:sp>
        <p:nvSpPr>
          <p:cNvPr id="6" name="TextBox 5">
            <a:extLst>
              <a:ext uri="{FF2B5EF4-FFF2-40B4-BE49-F238E27FC236}">
                <a16:creationId xmlns:a16="http://schemas.microsoft.com/office/drawing/2014/main" id="{045053C2-6DA2-1D03-FB22-90B08FAF4312}"/>
              </a:ext>
            </a:extLst>
          </p:cNvPr>
          <p:cNvSpPr txBox="1"/>
          <p:nvPr/>
        </p:nvSpPr>
        <p:spPr>
          <a:xfrm>
            <a:off x="7634177" y="490704"/>
            <a:ext cx="4072269" cy="5355312"/>
          </a:xfrm>
          <a:prstGeom prst="rect">
            <a:avLst/>
          </a:prstGeom>
        </p:spPr>
        <p:txBody>
          <a:bodyPr wrap="square" rtlCol="0">
            <a:spAutoFit/>
          </a:bodyPr>
          <a:lstStyle/>
          <a:p>
            <a:r>
              <a:rPr lang="en-US" dirty="0">
                <a:solidFill>
                  <a:schemeClr val="bg1"/>
                </a:solidFill>
              </a:rPr>
              <a:t>This chart highlights aircraft makes where a </a:t>
            </a:r>
            <a:r>
              <a:rPr lang="en-US" b="1" dirty="0">
                <a:solidFill>
                  <a:schemeClr val="bg1"/>
                </a:solidFill>
              </a:rPr>
              <a:t>high percentage of incidents result in at least one fatality</a:t>
            </a:r>
            <a:r>
              <a:rPr lang="en-US" dirty="0">
                <a:solidFill>
                  <a:schemeClr val="bg1"/>
                </a:solidFill>
              </a:rPr>
              <a:t>, regardless of how many total incidents they have.</a:t>
            </a:r>
          </a:p>
          <a:p>
            <a:pPr>
              <a:buFont typeface="Arial" panose="020B0604020202020204" pitchFamily="34" charset="0"/>
              <a:buChar char="•"/>
            </a:pPr>
            <a:r>
              <a:rPr lang="en-US" dirty="0">
                <a:solidFill>
                  <a:schemeClr val="bg1"/>
                </a:solidFill>
              </a:rPr>
              <a:t>Each bar = one aircraft manufacturer</a:t>
            </a:r>
          </a:p>
          <a:p>
            <a:pPr>
              <a:buFont typeface="Arial" panose="020B0604020202020204" pitchFamily="34" charset="0"/>
              <a:buChar char="•"/>
            </a:pPr>
            <a:r>
              <a:rPr lang="en-US" dirty="0">
                <a:solidFill>
                  <a:schemeClr val="bg1"/>
                </a:solidFill>
              </a:rPr>
              <a:t>Height of bar = likelihood that an incident involves a fatality</a:t>
            </a:r>
          </a:p>
          <a:p>
            <a:pPr>
              <a:buFont typeface="Arial" panose="020B0604020202020204" pitchFamily="34" charset="0"/>
              <a:buChar char="•"/>
            </a:pPr>
            <a:r>
              <a:rPr lang="en-US" dirty="0">
                <a:solidFill>
                  <a:schemeClr val="bg1"/>
                </a:solidFill>
              </a:rPr>
              <a:t>Focuses on </a:t>
            </a:r>
            <a:r>
              <a:rPr lang="en-US" b="1" dirty="0">
                <a:solidFill>
                  <a:schemeClr val="bg1"/>
                </a:solidFill>
              </a:rPr>
              <a:t>risk probability</a:t>
            </a:r>
            <a:r>
              <a:rPr lang="en-US" dirty="0">
                <a:solidFill>
                  <a:schemeClr val="bg1"/>
                </a:solidFill>
              </a:rPr>
              <a:t>, not severity size.</a:t>
            </a:r>
          </a:p>
          <a:p>
            <a:r>
              <a:rPr lang="en-US" dirty="0">
                <a:solidFill>
                  <a:schemeClr val="bg1"/>
                </a:solidFill>
              </a:rPr>
              <a:t>Some aircraft makes may not have many incidents, but </a:t>
            </a:r>
            <a:r>
              <a:rPr lang="en-US" b="1" dirty="0">
                <a:solidFill>
                  <a:schemeClr val="bg1"/>
                </a:solidFill>
              </a:rPr>
              <a:t>when something goes wrong, it is more likely to be fatal</a:t>
            </a:r>
            <a:r>
              <a:rPr lang="en-US" dirty="0">
                <a:solidFill>
                  <a:schemeClr val="bg1"/>
                </a:solidFill>
              </a:rPr>
              <a:t>. This indicates:</a:t>
            </a:r>
          </a:p>
          <a:p>
            <a:pPr>
              <a:buFont typeface="Arial" panose="020B0604020202020204" pitchFamily="34" charset="0"/>
              <a:buChar char="•"/>
            </a:pPr>
            <a:r>
              <a:rPr lang="en-US" dirty="0">
                <a:solidFill>
                  <a:schemeClr val="bg1"/>
                </a:solidFill>
              </a:rPr>
              <a:t>Less margin for error</a:t>
            </a:r>
          </a:p>
          <a:p>
            <a:pPr>
              <a:buFont typeface="Arial" panose="020B0604020202020204" pitchFamily="34" charset="0"/>
              <a:buChar char="•"/>
            </a:pPr>
            <a:r>
              <a:rPr lang="en-US" dirty="0">
                <a:solidFill>
                  <a:schemeClr val="bg1"/>
                </a:solidFill>
              </a:rPr>
              <a:t>Potential design, performance, or operational vulnerabilities</a:t>
            </a:r>
          </a:p>
          <a:p>
            <a:pPr>
              <a:buFont typeface="Arial" panose="020B0604020202020204" pitchFamily="34" charset="0"/>
              <a:buChar char="•"/>
            </a:pPr>
            <a:r>
              <a:rPr lang="en-US" dirty="0">
                <a:solidFill>
                  <a:schemeClr val="bg1"/>
                </a:solidFill>
              </a:rPr>
              <a:t>Higher insurance and liability exposure</a:t>
            </a:r>
          </a:p>
          <a:p>
            <a:pPr>
              <a:buFont typeface="Arial" panose="020B0604020202020204" pitchFamily="34" charset="0"/>
              <a:buChar char="•"/>
            </a:pPr>
            <a:endParaRPr lang="en-US" dirty="0">
              <a:solidFill>
                <a:schemeClr val="bg1"/>
              </a:solidFill>
            </a:endParaRPr>
          </a:p>
        </p:txBody>
      </p:sp>
    </p:spTree>
    <p:extLst>
      <p:ext uri="{BB962C8B-B14F-4D97-AF65-F5344CB8AC3E}">
        <p14:creationId xmlns:p14="http://schemas.microsoft.com/office/powerpoint/2010/main" val="2718902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A61EC-5F42-6AB8-DF35-480F070288EB}"/>
              </a:ext>
            </a:extLst>
          </p:cNvPr>
          <p:cNvSpPr>
            <a:spLocks noGrp="1"/>
          </p:cNvSpPr>
          <p:nvPr>
            <p:ph type="title"/>
          </p:nvPr>
        </p:nvSpPr>
        <p:spPr>
          <a:xfrm>
            <a:off x="1066800" y="1743742"/>
            <a:ext cx="5029200" cy="627322"/>
          </a:xfrm>
        </p:spPr>
        <p:txBody>
          <a:bodyPr lIns="0" anchor="t" anchorCtr="0">
            <a:normAutofit fontScale="90000"/>
          </a:bodyPr>
          <a:lstStyle/>
          <a:p>
            <a:pPr algn="ctr"/>
            <a:r>
              <a:rPr lang="en-US" sz="2000" dirty="0"/>
              <a:t>Plot C: Average Fatal Injuries by Aircraft Category</a:t>
            </a:r>
          </a:p>
        </p:txBody>
      </p:sp>
      <p:sp>
        <p:nvSpPr>
          <p:cNvPr id="3" name="Text Placeholder 2">
            <a:extLst>
              <a:ext uri="{FF2B5EF4-FFF2-40B4-BE49-F238E27FC236}">
                <a16:creationId xmlns:a16="http://schemas.microsoft.com/office/drawing/2014/main" id="{2A399339-FABF-04A2-4090-C38B947B2B8B}"/>
              </a:ext>
            </a:extLst>
          </p:cNvPr>
          <p:cNvSpPr>
            <a:spLocks noGrp="1"/>
          </p:cNvSpPr>
          <p:nvPr>
            <p:ph type="body" sz="quarter" idx="28"/>
          </p:nvPr>
        </p:nvSpPr>
        <p:spPr>
          <a:xfrm>
            <a:off x="1261872" y="914400"/>
            <a:ext cx="5029200" cy="627321"/>
          </a:xfrm>
        </p:spPr>
        <p:txBody>
          <a:bodyPr anchor="b" anchorCtr="0">
            <a:noAutofit/>
          </a:bodyPr>
          <a:lstStyle/>
          <a:p>
            <a:r>
              <a:rPr lang="en-US" sz="4400" dirty="0">
                <a:latin typeface="+mj-lt"/>
              </a:rPr>
              <a:t>Data Visualization from Analysis</a:t>
            </a:r>
          </a:p>
        </p:txBody>
      </p:sp>
      <p:pic>
        <p:nvPicPr>
          <p:cNvPr id="6" name="Picture 5">
            <a:extLst>
              <a:ext uri="{FF2B5EF4-FFF2-40B4-BE49-F238E27FC236}">
                <a16:creationId xmlns:a16="http://schemas.microsoft.com/office/drawing/2014/main" id="{F338AC2A-90F8-3CAC-6025-72109E723026}"/>
              </a:ext>
            </a:extLst>
          </p:cNvPr>
          <p:cNvPicPr>
            <a:picLocks noChangeAspect="1"/>
          </p:cNvPicPr>
          <p:nvPr/>
        </p:nvPicPr>
        <p:blipFill>
          <a:blip r:embed="rId2"/>
          <a:stretch>
            <a:fillRect/>
          </a:stretch>
        </p:blipFill>
        <p:spPr>
          <a:xfrm>
            <a:off x="243878" y="3040913"/>
            <a:ext cx="7209546" cy="2987748"/>
          </a:xfrm>
          <a:prstGeom prst="rect">
            <a:avLst/>
          </a:prstGeom>
        </p:spPr>
      </p:pic>
      <p:sp>
        <p:nvSpPr>
          <p:cNvPr id="8" name="TextBox 7">
            <a:extLst>
              <a:ext uri="{FF2B5EF4-FFF2-40B4-BE49-F238E27FC236}">
                <a16:creationId xmlns:a16="http://schemas.microsoft.com/office/drawing/2014/main" id="{FF26861D-F027-E78C-960E-130257A57685}"/>
              </a:ext>
            </a:extLst>
          </p:cNvPr>
          <p:cNvSpPr txBox="1"/>
          <p:nvPr/>
        </p:nvSpPr>
        <p:spPr>
          <a:xfrm>
            <a:off x="8091832" y="425301"/>
            <a:ext cx="3856290" cy="4801314"/>
          </a:xfrm>
          <a:prstGeom prst="rect">
            <a:avLst/>
          </a:prstGeom>
        </p:spPr>
        <p:txBody>
          <a:bodyPr wrap="square" rtlCol="0">
            <a:spAutoFit/>
          </a:bodyPr>
          <a:lstStyle/>
          <a:p>
            <a:r>
              <a:rPr lang="en-US" dirty="0">
                <a:solidFill>
                  <a:schemeClr val="bg1"/>
                </a:solidFill>
              </a:rPr>
              <a:t>This graph compares </a:t>
            </a:r>
            <a:r>
              <a:rPr lang="en-US" b="1" dirty="0">
                <a:solidFill>
                  <a:schemeClr val="bg1"/>
                </a:solidFill>
              </a:rPr>
              <a:t>broad aircraft categories</a:t>
            </a:r>
            <a:r>
              <a:rPr lang="en-US" dirty="0">
                <a:solidFill>
                  <a:schemeClr val="bg1"/>
                </a:solidFill>
              </a:rPr>
              <a:t> (e.g., Transport, Commuter, Experimental, General Aviation) by </a:t>
            </a:r>
            <a:r>
              <a:rPr lang="en-US" b="1" dirty="0">
                <a:solidFill>
                  <a:schemeClr val="bg1"/>
                </a:solidFill>
              </a:rPr>
              <a:t>average fatal injuries per incident</a:t>
            </a:r>
            <a:r>
              <a:rPr lang="en-US" dirty="0">
                <a:solidFill>
                  <a:schemeClr val="bg1"/>
                </a:solidFill>
              </a:rPr>
              <a:t>. Certified commercial categories (such as </a:t>
            </a:r>
            <a:r>
              <a:rPr lang="en-US" b="1" dirty="0">
                <a:solidFill>
                  <a:schemeClr val="bg1"/>
                </a:solidFill>
              </a:rPr>
              <a:t>Transport and Commuter aircraft</a:t>
            </a:r>
            <a:r>
              <a:rPr lang="en-US" dirty="0">
                <a:solidFill>
                  <a:schemeClr val="bg1"/>
                </a:solidFill>
              </a:rPr>
              <a:t>) consistently show:</a:t>
            </a:r>
          </a:p>
          <a:p>
            <a:pPr>
              <a:buFont typeface="Arial" panose="020B0604020202020204" pitchFamily="34" charset="0"/>
              <a:buChar char="•"/>
            </a:pPr>
            <a:r>
              <a:rPr lang="en-US" dirty="0">
                <a:solidFill>
                  <a:schemeClr val="bg1"/>
                </a:solidFill>
              </a:rPr>
              <a:t>Lower average fatalities</a:t>
            </a:r>
          </a:p>
          <a:p>
            <a:pPr>
              <a:buFont typeface="Arial" panose="020B0604020202020204" pitchFamily="34" charset="0"/>
              <a:buChar char="•"/>
            </a:pPr>
            <a:r>
              <a:rPr lang="en-US" dirty="0">
                <a:solidFill>
                  <a:schemeClr val="bg1"/>
                </a:solidFill>
              </a:rPr>
              <a:t>Better survivability</a:t>
            </a:r>
          </a:p>
          <a:p>
            <a:pPr>
              <a:buFont typeface="Arial" panose="020B0604020202020204" pitchFamily="34" charset="0"/>
              <a:buChar char="•"/>
            </a:pPr>
            <a:r>
              <a:rPr lang="en-US" dirty="0">
                <a:solidFill>
                  <a:schemeClr val="bg1"/>
                </a:solidFill>
              </a:rPr>
              <a:t>More regulated design, maintenance, and pilot training standards</a:t>
            </a:r>
          </a:p>
          <a:p>
            <a:r>
              <a:rPr lang="en-US" dirty="0">
                <a:solidFill>
                  <a:schemeClr val="bg1"/>
                </a:solidFill>
              </a:rPr>
              <a:t>Non-certified or experimental categories show significantly </a:t>
            </a:r>
            <a:r>
              <a:rPr lang="en-US" b="1" dirty="0">
                <a:solidFill>
                  <a:schemeClr val="bg1"/>
                </a:solidFill>
              </a:rPr>
              <a:t>higher fatal injury averages</a:t>
            </a:r>
            <a:r>
              <a:rPr lang="en-US" dirty="0">
                <a:solidFill>
                  <a:schemeClr val="bg1"/>
                </a:solidFill>
              </a:rPr>
              <a:t>.</a:t>
            </a:r>
          </a:p>
          <a:p>
            <a:endParaRPr lang="en-US" sz="1800" dirty="0">
              <a:solidFill>
                <a:prstClr val="white"/>
              </a:solidFill>
              <a:latin typeface="Posterama" panose="020B0504020200020000" pitchFamily="34" charset="0"/>
              <a:ea typeface="微软雅黑"/>
              <a:cs typeface="Posterama" panose="020B0504020200020000" pitchFamily="34" charset="0"/>
            </a:endParaRPr>
          </a:p>
        </p:txBody>
      </p:sp>
    </p:spTree>
    <p:extLst>
      <p:ext uri="{BB962C8B-B14F-4D97-AF65-F5344CB8AC3E}">
        <p14:creationId xmlns:p14="http://schemas.microsoft.com/office/powerpoint/2010/main" val="38184656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F021C-3CEB-0FBA-DA89-C9C82E741BB3}"/>
              </a:ext>
            </a:extLst>
          </p:cNvPr>
          <p:cNvSpPr>
            <a:spLocks noGrp="1"/>
          </p:cNvSpPr>
          <p:nvPr>
            <p:ph type="title"/>
          </p:nvPr>
        </p:nvSpPr>
        <p:spPr>
          <a:xfrm>
            <a:off x="914400" y="3429000"/>
            <a:ext cx="4206240" cy="1121735"/>
          </a:xfrm>
        </p:spPr>
        <p:txBody>
          <a:bodyPr anchor="t" anchorCtr="0"/>
          <a:lstStyle/>
          <a:p>
            <a:r>
              <a:rPr lang="en-US" sz="4000" dirty="0"/>
              <a:t>END</a:t>
            </a:r>
          </a:p>
        </p:txBody>
      </p:sp>
      <p:sp>
        <p:nvSpPr>
          <p:cNvPr id="3" name="Text Placeholder 2">
            <a:extLst>
              <a:ext uri="{FF2B5EF4-FFF2-40B4-BE49-F238E27FC236}">
                <a16:creationId xmlns:a16="http://schemas.microsoft.com/office/drawing/2014/main" id="{3C6746B3-AFD9-641E-7CBF-9A783646B368}"/>
              </a:ext>
            </a:extLst>
          </p:cNvPr>
          <p:cNvSpPr>
            <a:spLocks noGrp="1"/>
          </p:cNvSpPr>
          <p:nvPr>
            <p:ph sz="quarter" idx="35"/>
          </p:nvPr>
        </p:nvSpPr>
        <p:spPr>
          <a:xfrm>
            <a:off x="5394325" y="3429000"/>
            <a:ext cx="3475038" cy="2378075"/>
          </a:xfrm>
        </p:spPr>
        <p:txBody>
          <a:bodyPr anchor="t" anchorCtr="0"/>
          <a:lstStyle/>
          <a:p>
            <a:r>
              <a:rPr lang="en-US" dirty="0"/>
              <a:t>Recommendation</a:t>
            </a:r>
          </a:p>
          <a:p>
            <a:r>
              <a:rPr lang="en-US" dirty="0"/>
              <a:t>Next Steps</a:t>
            </a:r>
          </a:p>
          <a:p>
            <a:r>
              <a:rPr lang="en-US" dirty="0"/>
              <a:t>Thank you</a:t>
            </a:r>
          </a:p>
        </p:txBody>
      </p:sp>
      <p:sp>
        <p:nvSpPr>
          <p:cNvPr id="4" name="Slide Number Placeholder 3">
            <a:extLst>
              <a:ext uri="{FF2B5EF4-FFF2-40B4-BE49-F238E27FC236}">
                <a16:creationId xmlns:a16="http://schemas.microsoft.com/office/drawing/2014/main" id="{5D559569-83D5-A20B-653C-B9D6C8D98164}"/>
              </a:ext>
            </a:extLst>
          </p:cNvPr>
          <p:cNvSpPr>
            <a:spLocks noGrp="1"/>
          </p:cNvSpPr>
          <p:nvPr>
            <p:ph type="sldNum" sz="quarter" idx="34"/>
          </p:nvPr>
        </p:nvSpPr>
        <p:spPr/>
        <p:txBody>
          <a:bodyPr/>
          <a:lstStyle/>
          <a:p>
            <a:fld id="{47FEACEE-25B4-4A2D-B147-27296E36371D}" type="slidenum">
              <a:rPr lang="en-US" altLang="zh-CN" noProof="0" smtClean="0"/>
              <a:pPr/>
              <a:t>11</a:t>
            </a:fld>
            <a:endParaRPr lang="en-US" altLang="zh-CN" noProof="0" dirty="0"/>
          </a:p>
        </p:txBody>
      </p:sp>
    </p:spTree>
    <p:extLst>
      <p:ext uri="{BB962C8B-B14F-4D97-AF65-F5344CB8AC3E}">
        <p14:creationId xmlns:p14="http://schemas.microsoft.com/office/powerpoint/2010/main" val="3426541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79BBF1-9BC2-6DCE-0154-8873469878A5}"/>
              </a:ext>
            </a:extLst>
          </p:cNvPr>
          <p:cNvSpPr>
            <a:spLocks noGrp="1"/>
          </p:cNvSpPr>
          <p:nvPr>
            <p:ph type="title"/>
          </p:nvPr>
        </p:nvSpPr>
        <p:spPr>
          <a:xfrm>
            <a:off x="914400" y="522973"/>
            <a:ext cx="4663440" cy="888732"/>
          </a:xfrm>
        </p:spPr>
        <p:txBody>
          <a:bodyPr/>
          <a:lstStyle/>
          <a:p>
            <a:r>
              <a:rPr lang="en-US" dirty="0"/>
              <a:t>Recommendation</a:t>
            </a:r>
          </a:p>
        </p:txBody>
      </p:sp>
      <p:sp>
        <p:nvSpPr>
          <p:cNvPr id="6" name="Slide Number Placeholder 13">
            <a:extLst>
              <a:ext uri="{FF2B5EF4-FFF2-40B4-BE49-F238E27FC236}">
                <a16:creationId xmlns:a16="http://schemas.microsoft.com/office/drawing/2014/main" id="{4800F032-5102-94C2-865C-AE9D448B2744}"/>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12</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BB5C5013-A563-C783-9185-9C847D4B4A46}"/>
              </a:ext>
            </a:extLst>
          </p:cNvPr>
          <p:cNvSpPr>
            <a:spLocks noGrp="1"/>
          </p:cNvSpPr>
          <p:nvPr>
            <p:ph type="sldNum" sz="quarter" idx="29"/>
          </p:nvPr>
        </p:nvSpPr>
        <p:spPr/>
        <p:txBody>
          <a:bodyPr/>
          <a:lstStyle/>
          <a:p>
            <a:fld id="{47FEACEE-25B4-4A2D-B147-27296E36371D}" type="slidenum">
              <a:rPr lang="en-US" altLang="zh-CN" noProof="0" smtClean="0"/>
              <a:pPr/>
              <a:t>12</a:t>
            </a:fld>
            <a:endParaRPr lang="en-US" altLang="zh-CN" noProof="0" dirty="0"/>
          </a:p>
        </p:txBody>
      </p:sp>
      <p:sp>
        <p:nvSpPr>
          <p:cNvPr id="5" name="Content Placeholder 4">
            <a:extLst>
              <a:ext uri="{FF2B5EF4-FFF2-40B4-BE49-F238E27FC236}">
                <a16:creationId xmlns:a16="http://schemas.microsoft.com/office/drawing/2014/main" id="{53F968FC-1A6A-9B3E-55D9-22F2FF844FC2}"/>
              </a:ext>
            </a:extLst>
          </p:cNvPr>
          <p:cNvSpPr>
            <a:spLocks noGrp="1"/>
          </p:cNvSpPr>
          <p:nvPr>
            <p:ph idx="30"/>
          </p:nvPr>
        </p:nvSpPr>
        <p:spPr>
          <a:xfrm>
            <a:off x="425196" y="1411705"/>
            <a:ext cx="8348472" cy="3374136"/>
          </a:xfrm>
        </p:spPr>
        <p:txBody>
          <a:bodyPr/>
          <a:lstStyle/>
          <a:p>
            <a:pPr marL="0" indent="0">
              <a:buNone/>
            </a:pPr>
            <a:r>
              <a:rPr lang="en-US" dirty="0"/>
              <a:t>Recommendations in order of Derived Graphs above respectively are as follows:</a:t>
            </a:r>
          </a:p>
          <a:p>
            <a:pPr>
              <a:buFontTx/>
              <a:buChar char="-"/>
            </a:pPr>
            <a:r>
              <a:rPr lang="en-US" b="1" dirty="0"/>
              <a:t>Prioritize purchasing aircraft from the top-ranked manufacturers in this chart</a:t>
            </a:r>
            <a:r>
              <a:rPr lang="en-US" dirty="0"/>
              <a:t>, as they statistically produce fewer fatal injuries per incident and therefore reduce financial, legal, and reputational risk for the company.</a:t>
            </a:r>
          </a:p>
          <a:p>
            <a:pPr>
              <a:buFontTx/>
              <a:buChar char="-"/>
            </a:pPr>
            <a:r>
              <a:rPr lang="en-US" b="1" dirty="0"/>
              <a:t>Avoid or strictly limit investment in aircraft makes appearing in this chart</a:t>
            </a:r>
            <a:r>
              <a:rPr lang="en-US" dirty="0"/>
              <a:t>, unless their use is restricted to non-commercial, low-exposure operations with enhanced training and safety controls.</a:t>
            </a:r>
          </a:p>
          <a:p>
            <a:pPr>
              <a:buFontTx/>
              <a:buChar char="-"/>
            </a:pPr>
            <a:r>
              <a:rPr lang="en-US" b="1" dirty="0"/>
              <a:t>Limit initial fleet purchases to certified commercial aircraft categories</a:t>
            </a:r>
            <a:r>
              <a:rPr lang="en-US" dirty="0"/>
              <a:t> and avoid experimental or amateur-built categories for revenue-generating operations.</a:t>
            </a:r>
          </a:p>
        </p:txBody>
      </p:sp>
    </p:spTree>
    <p:extLst>
      <p:ext uri="{BB962C8B-B14F-4D97-AF65-F5344CB8AC3E}">
        <p14:creationId xmlns:p14="http://schemas.microsoft.com/office/powerpoint/2010/main" val="12460212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79BBF1-9BC2-6DCE-0154-8873469878A5}"/>
              </a:ext>
            </a:extLst>
          </p:cNvPr>
          <p:cNvSpPr>
            <a:spLocks noGrp="1"/>
          </p:cNvSpPr>
          <p:nvPr>
            <p:ph type="title"/>
          </p:nvPr>
        </p:nvSpPr>
        <p:spPr>
          <a:xfrm>
            <a:off x="914400" y="522973"/>
            <a:ext cx="4663440" cy="888732"/>
          </a:xfrm>
        </p:spPr>
        <p:txBody>
          <a:bodyPr/>
          <a:lstStyle/>
          <a:p>
            <a:r>
              <a:rPr lang="en-US" dirty="0"/>
              <a:t>Next Steps</a:t>
            </a:r>
          </a:p>
        </p:txBody>
      </p:sp>
      <p:sp>
        <p:nvSpPr>
          <p:cNvPr id="6" name="Slide Number Placeholder 13">
            <a:extLst>
              <a:ext uri="{FF2B5EF4-FFF2-40B4-BE49-F238E27FC236}">
                <a16:creationId xmlns:a16="http://schemas.microsoft.com/office/drawing/2014/main" id="{4800F032-5102-94C2-865C-AE9D448B2744}"/>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13</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BB5C5013-A563-C783-9185-9C847D4B4A46}"/>
              </a:ext>
            </a:extLst>
          </p:cNvPr>
          <p:cNvSpPr>
            <a:spLocks noGrp="1"/>
          </p:cNvSpPr>
          <p:nvPr>
            <p:ph type="sldNum" sz="quarter" idx="29"/>
          </p:nvPr>
        </p:nvSpPr>
        <p:spPr/>
        <p:txBody>
          <a:bodyPr/>
          <a:lstStyle/>
          <a:p>
            <a:fld id="{47FEACEE-25B4-4A2D-B147-27296E36371D}" type="slidenum">
              <a:rPr lang="en-US" altLang="zh-CN" noProof="0" smtClean="0"/>
              <a:pPr/>
              <a:t>13</a:t>
            </a:fld>
            <a:endParaRPr lang="en-US" altLang="zh-CN" noProof="0" dirty="0"/>
          </a:p>
        </p:txBody>
      </p:sp>
      <p:sp>
        <p:nvSpPr>
          <p:cNvPr id="8" name="Rectangle 3">
            <a:extLst>
              <a:ext uri="{FF2B5EF4-FFF2-40B4-BE49-F238E27FC236}">
                <a16:creationId xmlns:a16="http://schemas.microsoft.com/office/drawing/2014/main" id="{BCDCE142-72DE-8836-DE91-248F00FDC048}"/>
              </a:ext>
            </a:extLst>
          </p:cNvPr>
          <p:cNvSpPr>
            <a:spLocks noGrp="1" noChangeArrowheads="1"/>
          </p:cNvSpPr>
          <p:nvPr>
            <p:ph idx="30"/>
          </p:nvPr>
        </p:nvSpPr>
        <p:spPr bwMode="auto">
          <a:xfrm>
            <a:off x="712529" y="1332905"/>
            <a:ext cx="8074775"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effectLst/>
              </a:rPr>
              <a:t>To minimize operational, financial, and reputational risk:</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effectLst/>
              </a:rPr>
              <a:t>Build the initial aviation fleet using aircraft that:</a:t>
            </a:r>
            <a:endParaRPr kumimoji="0" lang="en-US" altLang="en-US" sz="1800" b="0" i="0" u="none" strike="noStrike" cap="none" normalizeH="0" baseline="0" dirty="0">
              <a:ln>
                <a:noFill/>
              </a:ln>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effectLst/>
              </a:rPr>
              <a:t>Come from </a:t>
            </a:r>
            <a:r>
              <a:rPr kumimoji="0" lang="en-US" altLang="en-US" sz="1800" b="1" i="0" u="none" strike="noStrike" cap="none" normalizeH="0" baseline="0" dirty="0">
                <a:ln>
                  <a:noFill/>
                </a:ln>
                <a:effectLst/>
              </a:rPr>
              <a:t>top-ranked manufacturers</a:t>
            </a:r>
            <a:r>
              <a:rPr kumimoji="0" lang="en-US" altLang="en-US" sz="1800" b="0" i="0" u="none" strike="noStrike" cap="none" normalizeH="0" baseline="0" dirty="0">
                <a:ln>
                  <a:noFill/>
                </a:ln>
                <a:effectLst/>
              </a:rPr>
              <a:t> in Graph 1</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effectLst/>
              </a:rPr>
              <a:t>Are </a:t>
            </a:r>
            <a:r>
              <a:rPr kumimoji="0" lang="en-US" altLang="en-US" sz="1800" b="1" i="0" u="none" strike="noStrike" cap="none" normalizeH="0" baseline="0" dirty="0">
                <a:ln>
                  <a:noFill/>
                </a:ln>
                <a:effectLst/>
              </a:rPr>
              <a:t>absent from or low on the risk list</a:t>
            </a:r>
            <a:r>
              <a:rPr kumimoji="0" lang="en-US" altLang="en-US" sz="1800" b="0" i="0" u="none" strike="noStrike" cap="none" normalizeH="0" baseline="0" dirty="0">
                <a:ln>
                  <a:noFill/>
                </a:ln>
                <a:effectLst/>
              </a:rPr>
              <a:t> in Graph 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effectLst/>
              </a:rPr>
              <a:t>Belong to </a:t>
            </a:r>
            <a:r>
              <a:rPr kumimoji="0" lang="en-US" altLang="en-US" sz="1800" b="1" i="0" u="none" strike="noStrike" cap="none" normalizeH="0" baseline="0" dirty="0">
                <a:ln>
                  <a:noFill/>
                </a:ln>
                <a:effectLst/>
              </a:rPr>
              <a:t>certified commercial aircraft categories</a:t>
            </a:r>
            <a:r>
              <a:rPr kumimoji="0" lang="en-US" altLang="en-US" sz="1800" b="0" i="0" u="none" strike="noStrike" cap="none" normalizeH="0" baseline="0" dirty="0">
                <a:ln>
                  <a:noFill/>
                </a:ln>
                <a:effectLst/>
              </a:rPr>
              <a:t> shown as safest in Graph 3</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02826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D18537-D028-9E9C-FB87-93F24955DFC7}"/>
              </a:ext>
            </a:extLst>
          </p:cNvPr>
          <p:cNvSpPr>
            <a:spLocks noGrp="1"/>
          </p:cNvSpPr>
          <p:nvPr>
            <p:ph type="title"/>
          </p:nvPr>
        </p:nvSpPr>
        <p:spPr>
          <a:xfrm>
            <a:off x="914400" y="731520"/>
            <a:ext cx="3931920" cy="2103120"/>
          </a:xfrm>
        </p:spPr>
        <p:txBody>
          <a:bodyPr anchor="b" anchorCtr="0"/>
          <a:lstStyle/>
          <a:p>
            <a:r>
              <a:rPr lang="en-US" altLang="zh-CN" dirty="0"/>
              <a:t>Thank You! </a:t>
            </a:r>
            <a:endParaRPr lang="en-US" dirty="0"/>
          </a:p>
        </p:txBody>
      </p:sp>
      <p:sp>
        <p:nvSpPr>
          <p:cNvPr id="20" name="Text Placeholder 19">
            <a:extLst>
              <a:ext uri="{FF2B5EF4-FFF2-40B4-BE49-F238E27FC236}">
                <a16:creationId xmlns:a16="http://schemas.microsoft.com/office/drawing/2014/main" id="{CC0093B1-77CC-1E61-FB22-E136F94EABD2}"/>
              </a:ext>
            </a:extLst>
          </p:cNvPr>
          <p:cNvSpPr>
            <a:spLocks noGrp="1"/>
          </p:cNvSpPr>
          <p:nvPr>
            <p:ph idx="1"/>
          </p:nvPr>
        </p:nvSpPr>
        <p:spPr>
          <a:xfrm>
            <a:off x="914400" y="3108960"/>
            <a:ext cx="3931920" cy="2651760"/>
          </a:xfrm>
        </p:spPr>
        <p:txBody>
          <a:bodyPr>
            <a:normAutofit lnSpcReduction="10000"/>
          </a:bodyPr>
          <a:lstStyle/>
          <a:p>
            <a:r>
              <a:rPr lang="en-US" dirty="0"/>
              <a:t>Feel Free to ask any Questions and broader explanation on a slide to clarify further in Regards to the Analysis Provided. You can also use the below contacts to reach out to me!</a:t>
            </a:r>
          </a:p>
          <a:p>
            <a:r>
              <a:rPr lang="en-US" dirty="0"/>
              <a:t>LinkedIn – Mercy Apondi</a:t>
            </a:r>
          </a:p>
          <a:p>
            <a:r>
              <a:rPr lang="en-US" dirty="0"/>
              <a:t>Number - +254711659105</a:t>
            </a:r>
          </a:p>
          <a:p>
            <a:r>
              <a:rPr lang="en-US" dirty="0"/>
              <a:t>apondimercy11@gmail.com</a:t>
            </a:r>
          </a:p>
        </p:txBody>
      </p:sp>
      <p:pic>
        <p:nvPicPr>
          <p:cNvPr id="12" name="Picture Placeholder 11" descr="Three people having a discussion at a table">
            <a:extLst>
              <a:ext uri="{FF2B5EF4-FFF2-40B4-BE49-F238E27FC236}">
                <a16:creationId xmlns:a16="http://schemas.microsoft.com/office/drawing/2014/main" id="{8C4B5C6A-45B4-1976-622A-4CEB4E3211BC}"/>
              </a:ext>
            </a:extLst>
          </p:cNvPr>
          <p:cNvPicPr>
            <a:picLocks noGrp="1" noChangeAspect="1"/>
          </p:cNvPicPr>
          <p:nvPr>
            <p:ph type="pic" sz="quarter" idx="54"/>
          </p:nvPr>
        </p:nvPicPr>
        <p:blipFill rotWithShape="1">
          <a:blip r:embed="rId3">
            <a:extLst>
              <a:ext uri="{BEBA8EAE-BF5A-486C-A8C5-ECC9F3942E4B}">
                <a14:imgProps xmlns:a14="http://schemas.microsoft.com/office/drawing/2010/main">
                  <a14:imgLayer r:embed="rId4">
                    <a14:imgEffect>
                      <a14:colorTemperature colorTemp="7753"/>
                    </a14:imgEffect>
                    <a14:imgEffect>
                      <a14:saturation sat="133000"/>
                    </a14:imgEffect>
                    <a14:imgEffect>
                      <a14:brightnessContrast bright="4000" contrast="3000"/>
                    </a14:imgEffect>
                  </a14:imgLayer>
                </a14:imgProps>
              </a:ext>
            </a:extLst>
          </a:blip>
          <a:srcRect l="18665" r="18665"/>
          <a:stretch/>
        </p:blipFill>
        <p:spPr>
          <a:xfrm>
            <a:off x="5745002" y="0"/>
            <a:ext cx="6446999" cy="6858000"/>
          </a:xfrm>
        </p:spPr>
      </p:pic>
      <p:sp>
        <p:nvSpPr>
          <p:cNvPr id="9" name="Slide Number Placeholder 13">
            <a:extLst>
              <a:ext uri="{FF2B5EF4-FFF2-40B4-BE49-F238E27FC236}">
                <a16:creationId xmlns:a16="http://schemas.microsoft.com/office/drawing/2014/main" id="{D246665A-6901-3F62-340A-A95E775ACA48}"/>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A26B3DA3-995E-263F-F271-D0DCB60A6118}"/>
              </a:ext>
            </a:extLst>
          </p:cNvPr>
          <p:cNvSpPr>
            <a:spLocks noGrp="1"/>
          </p:cNvSpPr>
          <p:nvPr>
            <p:ph type="sldNum" sz="quarter" idx="53"/>
          </p:nvPr>
        </p:nvSpPr>
        <p:spPr/>
        <p:txBody>
          <a:bodyPr/>
          <a:lstStyle/>
          <a:p>
            <a:fld id="{47FEACEE-25B4-4A2D-B147-27296E36371D}" type="slidenum">
              <a:rPr lang="en-US" altLang="zh-CN" noProof="0" smtClean="0"/>
              <a:pPr/>
              <a:t>14</a:t>
            </a:fld>
            <a:endParaRPr lang="en-US" altLang="zh-CN" noProof="0" dirty="0"/>
          </a:p>
        </p:txBody>
      </p:sp>
    </p:spTree>
    <p:extLst>
      <p:ext uri="{BB962C8B-B14F-4D97-AF65-F5344CB8AC3E}">
        <p14:creationId xmlns:p14="http://schemas.microsoft.com/office/powerpoint/2010/main" val="77554804"/>
      </p:ext>
    </p:extLst>
  </p:cSld>
  <p:clrMapOvr>
    <a:masterClrMapping/>
  </p:clrMapOvr>
</p:sld>
</file>

<file path=ppt/theme/theme1.xml><?xml version="1.0" encoding="utf-8"?>
<a:theme xmlns:a="http://schemas.openxmlformats.org/drawingml/2006/main" name="Custom">
  <a:themeElements>
    <a:clrScheme name="Custom 7">
      <a:dk1>
        <a:srgbClr val="000000"/>
      </a:dk1>
      <a:lt1>
        <a:srgbClr val="FFFFFF"/>
      </a:lt1>
      <a:dk2>
        <a:srgbClr val="0F253E"/>
      </a:dk2>
      <a:lt2>
        <a:srgbClr val="E7E6E6"/>
      </a:lt2>
      <a:accent1>
        <a:srgbClr val="4472C4"/>
      </a:accent1>
      <a:accent2>
        <a:srgbClr val="B83903"/>
      </a:accent2>
      <a:accent3>
        <a:srgbClr val="75262A"/>
      </a:accent3>
      <a:accent4>
        <a:srgbClr val="F79320"/>
      </a:accent4>
      <a:accent5>
        <a:srgbClr val="44668D"/>
      </a:accent5>
      <a:accent6>
        <a:srgbClr val="0F253E"/>
      </a:accent6>
      <a:hlink>
        <a:srgbClr val="AEC0D9"/>
      </a:hlink>
      <a:folHlink>
        <a:srgbClr val="B83903"/>
      </a:folHlink>
    </a:clrScheme>
    <a:fontScheme name="Custom 16">
      <a:majorFont>
        <a:latin typeface="Posterama"/>
        <a:ea typeface=""/>
        <a:cs typeface=""/>
      </a:majorFont>
      <a:minorFont>
        <a:latin typeface="Abad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marL="0" indent="0" algn="ctr">
          <a:lnSpc>
            <a:spcPct val="100000"/>
          </a:lnSpc>
          <a:spcBef>
            <a:spcPts val="0"/>
          </a:spcBef>
          <a:buFontTx/>
          <a:buNone/>
          <a:defRPr sz="1800" smtClean="0">
            <a:solidFill>
              <a:prstClr val="white"/>
            </a:solidFill>
            <a:latin typeface="Posterama" panose="020B0504020200020000" pitchFamily="34" charset="0"/>
            <a:ea typeface="微软雅黑"/>
            <a:cs typeface="Posterama" panose="020B0504020200020000" pitchFamily="34" charset="0"/>
          </a:defRPr>
        </a:defPPr>
      </a:lstStyle>
    </a:txDef>
  </a:objectDefaults>
  <a:extraClrSchemeLst/>
  <a:extLst>
    <a:ext uri="{05A4C25C-085E-4340-85A3-A5531E510DB2}">
      <thm15:themeFamily xmlns:thm15="http://schemas.microsoft.com/office/thememl/2012/main" name="TM9027928_win32_EF_v4" id="{FA821E7E-D625-4DCD-A30E-3216B54C8383}" vid="{DE28BE6C-8054-44B2-A92D-A1CAFC256BDB}"/>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897CAE-455D-42C9-A951-0C21BC1225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DB3C62-858A-4A01-AFEF-21E0BB8CE26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0009351-EDD4-484E-ACD6-D50CCB13763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Hexagon presentation dark</Template>
  <TotalTime>871</TotalTime>
  <Words>848</Words>
  <Application>Microsoft Office PowerPoint</Application>
  <PresentationFormat>Widescreen</PresentationFormat>
  <Paragraphs>96</Paragraphs>
  <Slides>14</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等线</vt:lpstr>
      <vt:lpstr>Abadi</vt:lpstr>
      <vt:lpstr>Arial</vt:lpstr>
      <vt:lpstr>Calibri</vt:lpstr>
      <vt:lpstr>Posterama</vt:lpstr>
      <vt:lpstr>Posterama Text SemiBold</vt:lpstr>
      <vt:lpstr>Custom</vt:lpstr>
      <vt:lpstr>New Aviation Fleet Acquisition Risk Analysis</vt:lpstr>
      <vt:lpstr>BEGINNING</vt:lpstr>
      <vt:lpstr>OVERVIEW</vt:lpstr>
      <vt:lpstr>BUSINESS UNDERSTANDING</vt:lpstr>
      <vt:lpstr>MIDDLE</vt:lpstr>
      <vt:lpstr>DATA UNDERSTANDING</vt:lpstr>
      <vt:lpstr>DATA ANALYSIS</vt:lpstr>
      <vt:lpstr>Plot A: Top 10 Makes with Lowest Average Fatal Per Record</vt:lpstr>
      <vt:lpstr>Plot B: Worst 10 Makes by proportion of Accidents with Fatalities</vt:lpstr>
      <vt:lpstr>Plot C: Average Fatal Injuries by Aircraft Category</vt:lpstr>
      <vt:lpstr>END</vt:lpstr>
      <vt:lpstr>Recommendation</vt:lpstr>
      <vt:lpstr>Next Steps</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Aviation Fleet Acquisition Risk Analysis</dc:title>
  <dc:creator>Naperian Consultants</dc:creator>
  <cp:lastModifiedBy>Naperian Consultants</cp:lastModifiedBy>
  <cp:revision>2</cp:revision>
  <dcterms:created xsi:type="dcterms:W3CDTF">2025-12-14T18:30:48Z</dcterms:created>
  <dcterms:modified xsi:type="dcterms:W3CDTF">2025-12-15T09:02:39Z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